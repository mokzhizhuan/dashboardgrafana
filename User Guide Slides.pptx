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4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image" Target="../media/image7.sv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790613-7DCD-40B9-916D-9C11625E7411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640DA51-D0A4-4C29-843B-8DB286D5CF13}">
      <dgm:prSet/>
      <dgm:spPr/>
      <dgm:t>
        <a:bodyPr/>
        <a:lstStyle/>
        <a:p>
          <a:r>
            <a:rPr lang="en-SG"/>
            <a:t>The delivery package includes:</a:t>
          </a:r>
          <a:endParaRPr lang="en-US"/>
        </a:p>
      </dgm:t>
    </dgm:pt>
    <dgm:pt modelId="{3D08B750-F8CF-4161-AAB4-88BC47305D52}" type="parTrans" cxnId="{FDF1F0D2-9E8E-4596-AE42-9E75A3F1ED00}">
      <dgm:prSet/>
      <dgm:spPr/>
      <dgm:t>
        <a:bodyPr/>
        <a:lstStyle/>
        <a:p>
          <a:endParaRPr lang="en-US"/>
        </a:p>
      </dgm:t>
    </dgm:pt>
    <dgm:pt modelId="{94DCBFC6-1242-4BF3-AA3D-08EE8C860B7D}" type="sibTrans" cxnId="{FDF1F0D2-9E8E-4596-AE42-9E75A3F1ED00}">
      <dgm:prSet/>
      <dgm:spPr/>
      <dgm:t>
        <a:bodyPr/>
        <a:lstStyle/>
        <a:p>
          <a:endParaRPr lang="en-US"/>
        </a:p>
      </dgm:t>
    </dgm:pt>
    <dgm:pt modelId="{81BE3A66-B89B-46F8-8F87-E0B0124350FF}">
      <dgm:prSet/>
      <dgm:spPr/>
      <dgm:t>
        <a:bodyPr/>
        <a:lstStyle/>
        <a:p>
          <a:r>
            <a:rPr lang="en-SG"/>
            <a:t>README.md </a:t>
          </a:r>
          <a:endParaRPr lang="en-US"/>
        </a:p>
      </dgm:t>
    </dgm:pt>
    <dgm:pt modelId="{444CF98C-E959-4474-90E2-3CECBAFDDCA7}" type="parTrans" cxnId="{3E90FEAB-D81D-456E-A615-B609D97F2537}">
      <dgm:prSet/>
      <dgm:spPr/>
      <dgm:t>
        <a:bodyPr/>
        <a:lstStyle/>
        <a:p>
          <a:endParaRPr lang="en-US"/>
        </a:p>
      </dgm:t>
    </dgm:pt>
    <dgm:pt modelId="{D740CBBC-B1A0-4F5C-B90B-2CFF54AC2356}" type="sibTrans" cxnId="{3E90FEAB-D81D-456E-A615-B609D97F2537}">
      <dgm:prSet/>
      <dgm:spPr/>
      <dgm:t>
        <a:bodyPr/>
        <a:lstStyle/>
        <a:p>
          <a:endParaRPr lang="en-US"/>
        </a:p>
      </dgm:t>
    </dgm:pt>
    <dgm:pt modelId="{71CB4B3D-0DD7-454F-853C-F7763CBFC382}">
      <dgm:prSet/>
      <dgm:spPr/>
      <dgm:t>
        <a:bodyPr/>
        <a:lstStyle/>
        <a:p>
          <a:r>
            <a:rPr lang="en-SG"/>
            <a:t>dashboard-images.tar </a:t>
          </a:r>
          <a:endParaRPr lang="en-US"/>
        </a:p>
      </dgm:t>
    </dgm:pt>
    <dgm:pt modelId="{64648697-57DA-4904-97D0-8AE09D952DD7}" type="parTrans" cxnId="{3049E4D6-5E94-496C-8CD6-B6310198E5E9}">
      <dgm:prSet/>
      <dgm:spPr/>
      <dgm:t>
        <a:bodyPr/>
        <a:lstStyle/>
        <a:p>
          <a:endParaRPr lang="en-US"/>
        </a:p>
      </dgm:t>
    </dgm:pt>
    <dgm:pt modelId="{7BA45C0F-02C5-44D3-9E6B-9927D527EEFA}" type="sibTrans" cxnId="{3049E4D6-5E94-496C-8CD6-B6310198E5E9}">
      <dgm:prSet/>
      <dgm:spPr/>
      <dgm:t>
        <a:bodyPr/>
        <a:lstStyle/>
        <a:p>
          <a:endParaRPr lang="en-US"/>
        </a:p>
      </dgm:t>
    </dgm:pt>
    <dgm:pt modelId="{C088D7F0-44F8-491F-BB90-F2ED1E0A6CA4}">
      <dgm:prSet/>
      <dgm:spPr/>
      <dgm:t>
        <a:bodyPr/>
        <a:lstStyle/>
        <a:p>
          <a:r>
            <a:rPr lang="en-SG"/>
            <a:t>docker-compose.yml </a:t>
          </a:r>
          <a:endParaRPr lang="en-US"/>
        </a:p>
      </dgm:t>
    </dgm:pt>
    <dgm:pt modelId="{137909DC-4F4D-4EA6-A970-A4DA3CDCA9DC}" type="parTrans" cxnId="{6FDB5CE1-8F8C-444F-80A9-97B3C0C5E987}">
      <dgm:prSet/>
      <dgm:spPr/>
      <dgm:t>
        <a:bodyPr/>
        <a:lstStyle/>
        <a:p>
          <a:endParaRPr lang="en-US"/>
        </a:p>
      </dgm:t>
    </dgm:pt>
    <dgm:pt modelId="{D574B9C7-250A-4A69-9799-BCE680AAB2D8}" type="sibTrans" cxnId="{6FDB5CE1-8F8C-444F-80A9-97B3C0C5E987}">
      <dgm:prSet/>
      <dgm:spPr/>
      <dgm:t>
        <a:bodyPr/>
        <a:lstStyle/>
        <a:p>
          <a:endParaRPr lang="en-US"/>
        </a:p>
      </dgm:t>
    </dgm:pt>
    <dgm:pt modelId="{6A9AC1FF-646F-49DD-AA8F-08329DE7C0C1}" type="pres">
      <dgm:prSet presAssocID="{F3790613-7DCD-40B9-916D-9C11625E741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9DE6A98-9554-4C69-BF96-6025A1E2D7B3}" type="pres">
      <dgm:prSet presAssocID="{2640DA51-D0A4-4C29-843B-8DB286D5CF13}" presName="hierRoot1" presStyleCnt="0"/>
      <dgm:spPr/>
    </dgm:pt>
    <dgm:pt modelId="{3A5F33E4-1CA8-436B-AFDB-51D591ED6432}" type="pres">
      <dgm:prSet presAssocID="{2640DA51-D0A4-4C29-843B-8DB286D5CF13}" presName="composite" presStyleCnt="0"/>
      <dgm:spPr/>
    </dgm:pt>
    <dgm:pt modelId="{4E78ED6A-F0D2-44B6-AD7A-AFECB92AE45B}" type="pres">
      <dgm:prSet presAssocID="{2640DA51-D0A4-4C29-843B-8DB286D5CF13}" presName="background" presStyleLbl="node0" presStyleIdx="0" presStyleCnt="1"/>
      <dgm:spPr/>
    </dgm:pt>
    <dgm:pt modelId="{F0A98A40-1A8F-4634-B858-9F57B4C76025}" type="pres">
      <dgm:prSet presAssocID="{2640DA51-D0A4-4C29-843B-8DB286D5CF13}" presName="text" presStyleLbl="fgAcc0" presStyleIdx="0" presStyleCnt="1">
        <dgm:presLayoutVars>
          <dgm:chPref val="3"/>
        </dgm:presLayoutVars>
      </dgm:prSet>
      <dgm:spPr/>
    </dgm:pt>
    <dgm:pt modelId="{6FCD8A39-4D85-465A-AB6D-91B2EE6D7BB1}" type="pres">
      <dgm:prSet presAssocID="{2640DA51-D0A4-4C29-843B-8DB286D5CF13}" presName="hierChild2" presStyleCnt="0"/>
      <dgm:spPr/>
    </dgm:pt>
    <dgm:pt modelId="{42C13397-6FB9-4229-A049-B8AEE6DFA371}" type="pres">
      <dgm:prSet presAssocID="{444CF98C-E959-4474-90E2-3CECBAFDDCA7}" presName="Name10" presStyleLbl="parChTrans1D2" presStyleIdx="0" presStyleCnt="3"/>
      <dgm:spPr/>
    </dgm:pt>
    <dgm:pt modelId="{19097146-0923-47EB-B48E-CF0D2268811C}" type="pres">
      <dgm:prSet presAssocID="{81BE3A66-B89B-46F8-8F87-E0B0124350FF}" presName="hierRoot2" presStyleCnt="0"/>
      <dgm:spPr/>
    </dgm:pt>
    <dgm:pt modelId="{17B592F4-6221-4D25-98A1-44707A4E1FE1}" type="pres">
      <dgm:prSet presAssocID="{81BE3A66-B89B-46F8-8F87-E0B0124350FF}" presName="composite2" presStyleCnt="0"/>
      <dgm:spPr/>
    </dgm:pt>
    <dgm:pt modelId="{F2F11AE6-7FC1-4DF0-929F-F901A2B406E6}" type="pres">
      <dgm:prSet presAssocID="{81BE3A66-B89B-46F8-8F87-E0B0124350FF}" presName="background2" presStyleLbl="node2" presStyleIdx="0" presStyleCnt="3"/>
      <dgm:spPr/>
    </dgm:pt>
    <dgm:pt modelId="{A713F371-7FB2-4E90-86D2-638496B987A2}" type="pres">
      <dgm:prSet presAssocID="{81BE3A66-B89B-46F8-8F87-E0B0124350FF}" presName="text2" presStyleLbl="fgAcc2" presStyleIdx="0" presStyleCnt="3">
        <dgm:presLayoutVars>
          <dgm:chPref val="3"/>
        </dgm:presLayoutVars>
      </dgm:prSet>
      <dgm:spPr/>
    </dgm:pt>
    <dgm:pt modelId="{CF593C83-01B0-40BF-BFF5-5C7D1E48FA78}" type="pres">
      <dgm:prSet presAssocID="{81BE3A66-B89B-46F8-8F87-E0B0124350FF}" presName="hierChild3" presStyleCnt="0"/>
      <dgm:spPr/>
    </dgm:pt>
    <dgm:pt modelId="{E90B0B16-F618-4626-BA3E-32827175DBE2}" type="pres">
      <dgm:prSet presAssocID="{64648697-57DA-4904-97D0-8AE09D952DD7}" presName="Name10" presStyleLbl="parChTrans1D2" presStyleIdx="1" presStyleCnt="3"/>
      <dgm:spPr/>
    </dgm:pt>
    <dgm:pt modelId="{FCE72E94-11A5-46D6-8EDC-4086F05F0779}" type="pres">
      <dgm:prSet presAssocID="{71CB4B3D-0DD7-454F-853C-F7763CBFC382}" presName="hierRoot2" presStyleCnt="0"/>
      <dgm:spPr/>
    </dgm:pt>
    <dgm:pt modelId="{1CC6261D-5ACA-42AE-A6A7-55485BB8D902}" type="pres">
      <dgm:prSet presAssocID="{71CB4B3D-0DD7-454F-853C-F7763CBFC382}" presName="composite2" presStyleCnt="0"/>
      <dgm:spPr/>
    </dgm:pt>
    <dgm:pt modelId="{0BF268F3-2189-4823-A627-FEC7C957D430}" type="pres">
      <dgm:prSet presAssocID="{71CB4B3D-0DD7-454F-853C-F7763CBFC382}" presName="background2" presStyleLbl="node2" presStyleIdx="1" presStyleCnt="3"/>
      <dgm:spPr/>
    </dgm:pt>
    <dgm:pt modelId="{B33FE356-45CF-4426-8FB3-AD901A119707}" type="pres">
      <dgm:prSet presAssocID="{71CB4B3D-0DD7-454F-853C-F7763CBFC382}" presName="text2" presStyleLbl="fgAcc2" presStyleIdx="1" presStyleCnt="3">
        <dgm:presLayoutVars>
          <dgm:chPref val="3"/>
        </dgm:presLayoutVars>
      </dgm:prSet>
      <dgm:spPr/>
    </dgm:pt>
    <dgm:pt modelId="{C12DEA33-3657-4659-8166-967A27BB9B66}" type="pres">
      <dgm:prSet presAssocID="{71CB4B3D-0DD7-454F-853C-F7763CBFC382}" presName="hierChild3" presStyleCnt="0"/>
      <dgm:spPr/>
    </dgm:pt>
    <dgm:pt modelId="{57BE5B79-FF0E-4DFC-91E6-772AF15F121D}" type="pres">
      <dgm:prSet presAssocID="{137909DC-4F4D-4EA6-A970-A4DA3CDCA9DC}" presName="Name10" presStyleLbl="parChTrans1D2" presStyleIdx="2" presStyleCnt="3"/>
      <dgm:spPr/>
    </dgm:pt>
    <dgm:pt modelId="{FF92F449-1E3F-45D2-ADFA-916FBD822A18}" type="pres">
      <dgm:prSet presAssocID="{C088D7F0-44F8-491F-BB90-F2ED1E0A6CA4}" presName="hierRoot2" presStyleCnt="0"/>
      <dgm:spPr/>
    </dgm:pt>
    <dgm:pt modelId="{8F0466F1-9BF7-42ED-9172-08305C190C12}" type="pres">
      <dgm:prSet presAssocID="{C088D7F0-44F8-491F-BB90-F2ED1E0A6CA4}" presName="composite2" presStyleCnt="0"/>
      <dgm:spPr/>
    </dgm:pt>
    <dgm:pt modelId="{EE088DAB-3DAF-4A92-BEF6-3DDC611A7E2B}" type="pres">
      <dgm:prSet presAssocID="{C088D7F0-44F8-491F-BB90-F2ED1E0A6CA4}" presName="background2" presStyleLbl="node2" presStyleIdx="2" presStyleCnt="3"/>
      <dgm:spPr/>
    </dgm:pt>
    <dgm:pt modelId="{230281BA-4D49-4E47-8292-C5028E9216E3}" type="pres">
      <dgm:prSet presAssocID="{C088D7F0-44F8-491F-BB90-F2ED1E0A6CA4}" presName="text2" presStyleLbl="fgAcc2" presStyleIdx="2" presStyleCnt="3">
        <dgm:presLayoutVars>
          <dgm:chPref val="3"/>
        </dgm:presLayoutVars>
      </dgm:prSet>
      <dgm:spPr/>
    </dgm:pt>
    <dgm:pt modelId="{F03D89C4-F90B-4725-B77F-A955580EBD16}" type="pres">
      <dgm:prSet presAssocID="{C088D7F0-44F8-491F-BB90-F2ED1E0A6CA4}" presName="hierChild3" presStyleCnt="0"/>
      <dgm:spPr/>
    </dgm:pt>
  </dgm:ptLst>
  <dgm:cxnLst>
    <dgm:cxn modelId="{AE8D9D14-1C03-4DC0-9894-4D3527810AB1}" type="presOf" srcId="{C088D7F0-44F8-491F-BB90-F2ED1E0A6CA4}" destId="{230281BA-4D49-4E47-8292-C5028E9216E3}" srcOrd="0" destOrd="0" presId="urn:microsoft.com/office/officeart/2005/8/layout/hierarchy1"/>
    <dgm:cxn modelId="{75594D1A-C5CC-467F-A2DE-99480A260FFF}" type="presOf" srcId="{444CF98C-E959-4474-90E2-3CECBAFDDCA7}" destId="{42C13397-6FB9-4229-A049-B8AEE6DFA371}" srcOrd="0" destOrd="0" presId="urn:microsoft.com/office/officeart/2005/8/layout/hierarchy1"/>
    <dgm:cxn modelId="{3D9A5623-BF9C-4FDC-917E-5D6342428FEF}" type="presOf" srcId="{71CB4B3D-0DD7-454F-853C-F7763CBFC382}" destId="{B33FE356-45CF-4426-8FB3-AD901A119707}" srcOrd="0" destOrd="0" presId="urn:microsoft.com/office/officeart/2005/8/layout/hierarchy1"/>
    <dgm:cxn modelId="{41B7D844-619A-442F-845D-FC407AABD66D}" type="presOf" srcId="{81BE3A66-B89B-46F8-8F87-E0B0124350FF}" destId="{A713F371-7FB2-4E90-86D2-638496B987A2}" srcOrd="0" destOrd="0" presId="urn:microsoft.com/office/officeart/2005/8/layout/hierarchy1"/>
    <dgm:cxn modelId="{AC0A604C-6B54-4AA4-AE28-6330356A87D3}" type="presOf" srcId="{137909DC-4F4D-4EA6-A970-A4DA3CDCA9DC}" destId="{57BE5B79-FF0E-4DFC-91E6-772AF15F121D}" srcOrd="0" destOrd="0" presId="urn:microsoft.com/office/officeart/2005/8/layout/hierarchy1"/>
    <dgm:cxn modelId="{16D8BA78-6DA0-4053-A5B2-CE152225C6EB}" type="presOf" srcId="{F3790613-7DCD-40B9-916D-9C11625E7411}" destId="{6A9AC1FF-646F-49DD-AA8F-08329DE7C0C1}" srcOrd="0" destOrd="0" presId="urn:microsoft.com/office/officeart/2005/8/layout/hierarchy1"/>
    <dgm:cxn modelId="{3E90FEAB-D81D-456E-A615-B609D97F2537}" srcId="{2640DA51-D0A4-4C29-843B-8DB286D5CF13}" destId="{81BE3A66-B89B-46F8-8F87-E0B0124350FF}" srcOrd="0" destOrd="0" parTransId="{444CF98C-E959-4474-90E2-3CECBAFDDCA7}" sibTransId="{D740CBBC-B1A0-4F5C-B90B-2CFF54AC2356}"/>
    <dgm:cxn modelId="{FDF1F0D2-9E8E-4596-AE42-9E75A3F1ED00}" srcId="{F3790613-7DCD-40B9-916D-9C11625E7411}" destId="{2640DA51-D0A4-4C29-843B-8DB286D5CF13}" srcOrd="0" destOrd="0" parTransId="{3D08B750-F8CF-4161-AAB4-88BC47305D52}" sibTransId="{94DCBFC6-1242-4BF3-AA3D-08EE8C860B7D}"/>
    <dgm:cxn modelId="{3049E4D6-5E94-496C-8CD6-B6310198E5E9}" srcId="{2640DA51-D0A4-4C29-843B-8DB286D5CF13}" destId="{71CB4B3D-0DD7-454F-853C-F7763CBFC382}" srcOrd="1" destOrd="0" parTransId="{64648697-57DA-4904-97D0-8AE09D952DD7}" sibTransId="{7BA45C0F-02C5-44D3-9E6B-9927D527EEFA}"/>
    <dgm:cxn modelId="{6FDB5CE1-8F8C-444F-80A9-97B3C0C5E987}" srcId="{2640DA51-D0A4-4C29-843B-8DB286D5CF13}" destId="{C088D7F0-44F8-491F-BB90-F2ED1E0A6CA4}" srcOrd="2" destOrd="0" parTransId="{137909DC-4F4D-4EA6-A970-A4DA3CDCA9DC}" sibTransId="{D574B9C7-250A-4A69-9799-BCE680AAB2D8}"/>
    <dgm:cxn modelId="{636CBDF8-A091-4DA0-BFD2-D079DEF8F43A}" type="presOf" srcId="{2640DA51-D0A4-4C29-843B-8DB286D5CF13}" destId="{F0A98A40-1A8F-4634-B858-9F57B4C76025}" srcOrd="0" destOrd="0" presId="urn:microsoft.com/office/officeart/2005/8/layout/hierarchy1"/>
    <dgm:cxn modelId="{1B1EA7FF-0876-460B-A9C0-6A1AA7062F44}" type="presOf" srcId="{64648697-57DA-4904-97D0-8AE09D952DD7}" destId="{E90B0B16-F618-4626-BA3E-32827175DBE2}" srcOrd="0" destOrd="0" presId="urn:microsoft.com/office/officeart/2005/8/layout/hierarchy1"/>
    <dgm:cxn modelId="{2230FCC9-6AC9-4684-BCA1-00D477FD6ABD}" type="presParOf" srcId="{6A9AC1FF-646F-49DD-AA8F-08329DE7C0C1}" destId="{19DE6A98-9554-4C69-BF96-6025A1E2D7B3}" srcOrd="0" destOrd="0" presId="urn:microsoft.com/office/officeart/2005/8/layout/hierarchy1"/>
    <dgm:cxn modelId="{F140D1BF-069D-4160-9F5B-19B7896FF360}" type="presParOf" srcId="{19DE6A98-9554-4C69-BF96-6025A1E2D7B3}" destId="{3A5F33E4-1CA8-436B-AFDB-51D591ED6432}" srcOrd="0" destOrd="0" presId="urn:microsoft.com/office/officeart/2005/8/layout/hierarchy1"/>
    <dgm:cxn modelId="{1A8E0ED0-2831-4F39-9029-7A195DDB03A1}" type="presParOf" srcId="{3A5F33E4-1CA8-436B-AFDB-51D591ED6432}" destId="{4E78ED6A-F0D2-44B6-AD7A-AFECB92AE45B}" srcOrd="0" destOrd="0" presId="urn:microsoft.com/office/officeart/2005/8/layout/hierarchy1"/>
    <dgm:cxn modelId="{AD9D7DD8-38DF-49E2-96E3-C2DE317B1856}" type="presParOf" srcId="{3A5F33E4-1CA8-436B-AFDB-51D591ED6432}" destId="{F0A98A40-1A8F-4634-B858-9F57B4C76025}" srcOrd="1" destOrd="0" presId="urn:microsoft.com/office/officeart/2005/8/layout/hierarchy1"/>
    <dgm:cxn modelId="{8F48DD34-7355-491B-A735-A27C56B7193B}" type="presParOf" srcId="{19DE6A98-9554-4C69-BF96-6025A1E2D7B3}" destId="{6FCD8A39-4D85-465A-AB6D-91B2EE6D7BB1}" srcOrd="1" destOrd="0" presId="urn:microsoft.com/office/officeart/2005/8/layout/hierarchy1"/>
    <dgm:cxn modelId="{7907C965-B05C-4156-B052-2B3B63CAF074}" type="presParOf" srcId="{6FCD8A39-4D85-465A-AB6D-91B2EE6D7BB1}" destId="{42C13397-6FB9-4229-A049-B8AEE6DFA371}" srcOrd="0" destOrd="0" presId="urn:microsoft.com/office/officeart/2005/8/layout/hierarchy1"/>
    <dgm:cxn modelId="{CA46D13A-3428-4C28-B04C-1104AAA60837}" type="presParOf" srcId="{6FCD8A39-4D85-465A-AB6D-91B2EE6D7BB1}" destId="{19097146-0923-47EB-B48E-CF0D2268811C}" srcOrd="1" destOrd="0" presId="urn:microsoft.com/office/officeart/2005/8/layout/hierarchy1"/>
    <dgm:cxn modelId="{B700F128-3166-449D-93CC-BC97053CA543}" type="presParOf" srcId="{19097146-0923-47EB-B48E-CF0D2268811C}" destId="{17B592F4-6221-4D25-98A1-44707A4E1FE1}" srcOrd="0" destOrd="0" presId="urn:microsoft.com/office/officeart/2005/8/layout/hierarchy1"/>
    <dgm:cxn modelId="{C7B2ACD0-3A25-4C7F-8B6A-E0BAA09B15FA}" type="presParOf" srcId="{17B592F4-6221-4D25-98A1-44707A4E1FE1}" destId="{F2F11AE6-7FC1-4DF0-929F-F901A2B406E6}" srcOrd="0" destOrd="0" presId="urn:microsoft.com/office/officeart/2005/8/layout/hierarchy1"/>
    <dgm:cxn modelId="{45ABAFD6-5E87-4652-BF19-DE136F6CE6EC}" type="presParOf" srcId="{17B592F4-6221-4D25-98A1-44707A4E1FE1}" destId="{A713F371-7FB2-4E90-86D2-638496B987A2}" srcOrd="1" destOrd="0" presId="urn:microsoft.com/office/officeart/2005/8/layout/hierarchy1"/>
    <dgm:cxn modelId="{5A45C0BA-34D2-4C4A-9353-D7FDC04CA907}" type="presParOf" srcId="{19097146-0923-47EB-B48E-CF0D2268811C}" destId="{CF593C83-01B0-40BF-BFF5-5C7D1E48FA78}" srcOrd="1" destOrd="0" presId="urn:microsoft.com/office/officeart/2005/8/layout/hierarchy1"/>
    <dgm:cxn modelId="{954992DB-E509-4240-9730-EE4019C2817F}" type="presParOf" srcId="{6FCD8A39-4D85-465A-AB6D-91B2EE6D7BB1}" destId="{E90B0B16-F618-4626-BA3E-32827175DBE2}" srcOrd="2" destOrd="0" presId="urn:microsoft.com/office/officeart/2005/8/layout/hierarchy1"/>
    <dgm:cxn modelId="{B29602FC-7576-455C-95D0-89FDE9DA3EE7}" type="presParOf" srcId="{6FCD8A39-4D85-465A-AB6D-91B2EE6D7BB1}" destId="{FCE72E94-11A5-46D6-8EDC-4086F05F0779}" srcOrd="3" destOrd="0" presId="urn:microsoft.com/office/officeart/2005/8/layout/hierarchy1"/>
    <dgm:cxn modelId="{03133043-7E73-4B52-98EE-939485A257E0}" type="presParOf" srcId="{FCE72E94-11A5-46D6-8EDC-4086F05F0779}" destId="{1CC6261D-5ACA-42AE-A6A7-55485BB8D902}" srcOrd="0" destOrd="0" presId="urn:microsoft.com/office/officeart/2005/8/layout/hierarchy1"/>
    <dgm:cxn modelId="{5D8E4F6A-720E-40E2-B00B-B023B7A15936}" type="presParOf" srcId="{1CC6261D-5ACA-42AE-A6A7-55485BB8D902}" destId="{0BF268F3-2189-4823-A627-FEC7C957D430}" srcOrd="0" destOrd="0" presId="urn:microsoft.com/office/officeart/2005/8/layout/hierarchy1"/>
    <dgm:cxn modelId="{58A9FD2F-1088-4380-8B28-D4ED8B66697B}" type="presParOf" srcId="{1CC6261D-5ACA-42AE-A6A7-55485BB8D902}" destId="{B33FE356-45CF-4426-8FB3-AD901A119707}" srcOrd="1" destOrd="0" presId="urn:microsoft.com/office/officeart/2005/8/layout/hierarchy1"/>
    <dgm:cxn modelId="{1C02B8AD-898D-4E5C-AF9B-235C56649839}" type="presParOf" srcId="{FCE72E94-11A5-46D6-8EDC-4086F05F0779}" destId="{C12DEA33-3657-4659-8166-967A27BB9B66}" srcOrd="1" destOrd="0" presId="urn:microsoft.com/office/officeart/2005/8/layout/hierarchy1"/>
    <dgm:cxn modelId="{72C76C9A-5AC7-4697-AD52-8D8B31249D00}" type="presParOf" srcId="{6FCD8A39-4D85-465A-AB6D-91B2EE6D7BB1}" destId="{57BE5B79-FF0E-4DFC-91E6-772AF15F121D}" srcOrd="4" destOrd="0" presId="urn:microsoft.com/office/officeart/2005/8/layout/hierarchy1"/>
    <dgm:cxn modelId="{E3E60A58-0245-4ECA-B2B8-F55F7879A470}" type="presParOf" srcId="{6FCD8A39-4D85-465A-AB6D-91B2EE6D7BB1}" destId="{FF92F449-1E3F-45D2-ADFA-916FBD822A18}" srcOrd="5" destOrd="0" presId="urn:microsoft.com/office/officeart/2005/8/layout/hierarchy1"/>
    <dgm:cxn modelId="{A08DE83D-5F5E-4AB6-9605-F49C8FBD95B5}" type="presParOf" srcId="{FF92F449-1E3F-45D2-ADFA-916FBD822A18}" destId="{8F0466F1-9BF7-42ED-9172-08305C190C12}" srcOrd="0" destOrd="0" presId="urn:microsoft.com/office/officeart/2005/8/layout/hierarchy1"/>
    <dgm:cxn modelId="{CB1E6E45-774E-4117-B1B4-893EFB804A3B}" type="presParOf" srcId="{8F0466F1-9BF7-42ED-9172-08305C190C12}" destId="{EE088DAB-3DAF-4A92-BEF6-3DDC611A7E2B}" srcOrd="0" destOrd="0" presId="urn:microsoft.com/office/officeart/2005/8/layout/hierarchy1"/>
    <dgm:cxn modelId="{23C0BCA9-DAD3-4330-8F8D-8E32436BF13A}" type="presParOf" srcId="{8F0466F1-9BF7-42ED-9172-08305C190C12}" destId="{230281BA-4D49-4E47-8292-C5028E9216E3}" srcOrd="1" destOrd="0" presId="urn:microsoft.com/office/officeart/2005/8/layout/hierarchy1"/>
    <dgm:cxn modelId="{1D0D15E8-68FA-475B-9559-E5164418B1EF}" type="presParOf" srcId="{FF92F449-1E3F-45D2-ADFA-916FBD822A18}" destId="{F03D89C4-F90B-4725-B77F-A955580EBD1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50971D-CD6D-40CA-9640-AAF4781C2C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C757F5C-2785-4D1A-AF3D-024E74DFEA51}">
      <dgm:prSet/>
      <dgm:spPr/>
      <dgm:t>
        <a:bodyPr/>
        <a:lstStyle/>
        <a:p>
          <a:r>
            <a:rPr lang="en-US"/>
            <a:t>Before using the system, please make sure:</a:t>
          </a:r>
        </a:p>
      </dgm:t>
    </dgm:pt>
    <dgm:pt modelId="{613177C9-E43F-41EB-B7BF-D3376CFF13A8}" type="parTrans" cxnId="{84429EEA-9DE6-4AF3-9495-80E5B49E97D8}">
      <dgm:prSet/>
      <dgm:spPr/>
      <dgm:t>
        <a:bodyPr/>
        <a:lstStyle/>
        <a:p>
          <a:endParaRPr lang="en-US"/>
        </a:p>
      </dgm:t>
    </dgm:pt>
    <dgm:pt modelId="{DB906BE9-CF4D-4C4C-BBEB-48F95DF05203}" type="sibTrans" cxnId="{84429EEA-9DE6-4AF3-9495-80E5B49E97D8}">
      <dgm:prSet/>
      <dgm:spPr/>
      <dgm:t>
        <a:bodyPr/>
        <a:lstStyle/>
        <a:p>
          <a:endParaRPr lang="en-US"/>
        </a:p>
      </dgm:t>
    </dgm:pt>
    <dgm:pt modelId="{6361EB4D-6C03-47DE-94A8-BE03C1148CAE}">
      <dgm:prSet/>
      <dgm:spPr/>
      <dgm:t>
        <a:bodyPr/>
        <a:lstStyle/>
        <a:p>
          <a:r>
            <a:rPr lang="en-US"/>
            <a:t>Docker Desktop is installed </a:t>
          </a:r>
        </a:p>
      </dgm:t>
    </dgm:pt>
    <dgm:pt modelId="{1307711D-A552-4372-8FD0-2B7C4D17D133}" type="parTrans" cxnId="{1608EBC0-ABCB-4455-B992-A5A55E1CF6FC}">
      <dgm:prSet/>
      <dgm:spPr/>
      <dgm:t>
        <a:bodyPr/>
        <a:lstStyle/>
        <a:p>
          <a:endParaRPr lang="en-US"/>
        </a:p>
      </dgm:t>
    </dgm:pt>
    <dgm:pt modelId="{0E4851C5-65D1-45A6-9879-E3B86DFC8C18}" type="sibTrans" cxnId="{1608EBC0-ABCB-4455-B992-A5A55E1CF6FC}">
      <dgm:prSet/>
      <dgm:spPr/>
      <dgm:t>
        <a:bodyPr/>
        <a:lstStyle/>
        <a:p>
          <a:endParaRPr lang="en-US"/>
        </a:p>
      </dgm:t>
    </dgm:pt>
    <dgm:pt modelId="{02DF4F7B-3DDE-48CD-9E85-3037B11382F6}">
      <dgm:prSet/>
      <dgm:spPr/>
      <dgm:t>
        <a:bodyPr/>
        <a:lstStyle/>
        <a:p>
          <a:r>
            <a:rPr lang="en-US"/>
            <a:t>Docker Desktop is running </a:t>
          </a:r>
        </a:p>
      </dgm:t>
    </dgm:pt>
    <dgm:pt modelId="{D4822BE2-B295-43CD-B418-A5AE58E768E1}" type="parTrans" cxnId="{4A157320-1A36-46BB-9458-D61090190FE3}">
      <dgm:prSet/>
      <dgm:spPr/>
      <dgm:t>
        <a:bodyPr/>
        <a:lstStyle/>
        <a:p>
          <a:endParaRPr lang="en-US"/>
        </a:p>
      </dgm:t>
    </dgm:pt>
    <dgm:pt modelId="{7F865864-FE34-4D9F-AF35-DA00D0C70C6C}" type="sibTrans" cxnId="{4A157320-1A36-46BB-9458-D61090190FE3}">
      <dgm:prSet/>
      <dgm:spPr/>
      <dgm:t>
        <a:bodyPr/>
        <a:lstStyle/>
        <a:p>
          <a:endParaRPr lang="en-US"/>
        </a:p>
      </dgm:t>
    </dgm:pt>
    <dgm:pt modelId="{74650009-49AF-4566-B012-A41F29438753}">
      <dgm:prSet/>
      <dgm:spPr/>
      <dgm:t>
        <a:bodyPr/>
        <a:lstStyle/>
        <a:p>
          <a:r>
            <a:rPr lang="en-US"/>
            <a:t>A web browser is available </a:t>
          </a:r>
        </a:p>
      </dgm:t>
    </dgm:pt>
    <dgm:pt modelId="{F09765F4-8E82-46EC-BEB6-1A306C44694A}" type="parTrans" cxnId="{E706FFE2-9C5C-47E6-BA38-B1ADB56314F3}">
      <dgm:prSet/>
      <dgm:spPr/>
      <dgm:t>
        <a:bodyPr/>
        <a:lstStyle/>
        <a:p>
          <a:endParaRPr lang="en-US"/>
        </a:p>
      </dgm:t>
    </dgm:pt>
    <dgm:pt modelId="{053034CB-7DF1-47B5-AD3D-22C3AAD5EC6E}" type="sibTrans" cxnId="{E706FFE2-9C5C-47E6-BA38-B1ADB56314F3}">
      <dgm:prSet/>
      <dgm:spPr/>
      <dgm:t>
        <a:bodyPr/>
        <a:lstStyle/>
        <a:p>
          <a:endParaRPr lang="en-US"/>
        </a:p>
      </dgm:t>
    </dgm:pt>
    <dgm:pt modelId="{4E6DC954-B23C-48D0-BA38-BEF7FD2F1E2D}">
      <dgm:prSet/>
      <dgm:spPr/>
      <dgm:t>
        <a:bodyPr/>
        <a:lstStyle/>
        <a:p>
          <a:r>
            <a:rPr lang="en-US"/>
            <a:t>All provided files are kept in the same folder</a:t>
          </a:r>
        </a:p>
      </dgm:t>
    </dgm:pt>
    <dgm:pt modelId="{2FEF6391-F839-4F45-ADA5-7D87DB10B790}" type="parTrans" cxnId="{8D02724C-5838-4ABF-A247-D076A0490ED0}">
      <dgm:prSet/>
      <dgm:spPr/>
      <dgm:t>
        <a:bodyPr/>
        <a:lstStyle/>
        <a:p>
          <a:endParaRPr lang="en-US"/>
        </a:p>
      </dgm:t>
    </dgm:pt>
    <dgm:pt modelId="{E7D14DBC-43EC-44DF-A0F3-FD113AC36D72}" type="sibTrans" cxnId="{8D02724C-5838-4ABF-A247-D076A0490ED0}">
      <dgm:prSet/>
      <dgm:spPr/>
      <dgm:t>
        <a:bodyPr/>
        <a:lstStyle/>
        <a:p>
          <a:endParaRPr lang="en-US"/>
        </a:p>
      </dgm:t>
    </dgm:pt>
    <dgm:pt modelId="{E0CC2030-B3A3-4F1C-B991-0253AB892CFF}" type="pres">
      <dgm:prSet presAssocID="{BE50971D-CD6D-40CA-9640-AAF4781C2C28}" presName="root" presStyleCnt="0">
        <dgm:presLayoutVars>
          <dgm:dir/>
          <dgm:resizeHandles val="exact"/>
        </dgm:presLayoutVars>
      </dgm:prSet>
      <dgm:spPr/>
    </dgm:pt>
    <dgm:pt modelId="{9ACFD299-4C62-4AE6-B1C5-DB9FEE484CE8}" type="pres">
      <dgm:prSet presAssocID="{4C757F5C-2785-4D1A-AF3D-024E74DFEA51}" presName="compNode" presStyleCnt="0"/>
      <dgm:spPr/>
    </dgm:pt>
    <dgm:pt modelId="{C2BF491F-6F38-4E28-9E85-D2B0886BF702}" type="pres">
      <dgm:prSet presAssocID="{4C757F5C-2785-4D1A-AF3D-024E74DFEA51}" presName="bgRect" presStyleLbl="bgShp" presStyleIdx="0" presStyleCnt="5"/>
      <dgm:spPr/>
    </dgm:pt>
    <dgm:pt modelId="{79779825-B445-450A-A44E-C029DD19687E}" type="pres">
      <dgm:prSet presAssocID="{4C757F5C-2785-4D1A-AF3D-024E74DFEA51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4774C60C-35C1-4A77-A2D8-B56E1656B7A7}" type="pres">
      <dgm:prSet presAssocID="{4C757F5C-2785-4D1A-AF3D-024E74DFEA51}" presName="spaceRect" presStyleCnt="0"/>
      <dgm:spPr/>
    </dgm:pt>
    <dgm:pt modelId="{0FA11D60-8B1A-456B-AA79-6126A4B0631F}" type="pres">
      <dgm:prSet presAssocID="{4C757F5C-2785-4D1A-AF3D-024E74DFEA51}" presName="parTx" presStyleLbl="revTx" presStyleIdx="0" presStyleCnt="5">
        <dgm:presLayoutVars>
          <dgm:chMax val="0"/>
          <dgm:chPref val="0"/>
        </dgm:presLayoutVars>
      </dgm:prSet>
      <dgm:spPr/>
    </dgm:pt>
    <dgm:pt modelId="{FCED3D00-2BC5-4766-A1F0-B016A15A788B}" type="pres">
      <dgm:prSet presAssocID="{DB906BE9-CF4D-4C4C-BBEB-48F95DF05203}" presName="sibTrans" presStyleCnt="0"/>
      <dgm:spPr/>
    </dgm:pt>
    <dgm:pt modelId="{8418F581-7203-4DFD-936D-84DF39AA4223}" type="pres">
      <dgm:prSet presAssocID="{6361EB4D-6C03-47DE-94A8-BE03C1148CAE}" presName="compNode" presStyleCnt="0"/>
      <dgm:spPr/>
    </dgm:pt>
    <dgm:pt modelId="{F20A61B2-767B-4C8C-890B-F64CB5471B2C}" type="pres">
      <dgm:prSet presAssocID="{6361EB4D-6C03-47DE-94A8-BE03C1148CAE}" presName="bgRect" presStyleLbl="bgShp" presStyleIdx="1" presStyleCnt="5"/>
      <dgm:spPr/>
    </dgm:pt>
    <dgm:pt modelId="{96005466-05FE-4D61-9822-2299B25E7375}" type="pres">
      <dgm:prSet presAssocID="{6361EB4D-6C03-47DE-94A8-BE03C1148CAE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6B57E6F6-CE27-4B83-B599-9B7A8806A8A4}" type="pres">
      <dgm:prSet presAssocID="{6361EB4D-6C03-47DE-94A8-BE03C1148CAE}" presName="spaceRect" presStyleCnt="0"/>
      <dgm:spPr/>
    </dgm:pt>
    <dgm:pt modelId="{F96F581B-88B7-44E8-BCBE-4773AB220D45}" type="pres">
      <dgm:prSet presAssocID="{6361EB4D-6C03-47DE-94A8-BE03C1148CAE}" presName="parTx" presStyleLbl="revTx" presStyleIdx="1" presStyleCnt="5">
        <dgm:presLayoutVars>
          <dgm:chMax val="0"/>
          <dgm:chPref val="0"/>
        </dgm:presLayoutVars>
      </dgm:prSet>
      <dgm:spPr/>
    </dgm:pt>
    <dgm:pt modelId="{FA662FED-5A3B-4A4C-B8E2-D39625F73AA1}" type="pres">
      <dgm:prSet presAssocID="{0E4851C5-65D1-45A6-9879-E3B86DFC8C18}" presName="sibTrans" presStyleCnt="0"/>
      <dgm:spPr/>
    </dgm:pt>
    <dgm:pt modelId="{0D92740D-A209-4728-9132-FF944A6893AE}" type="pres">
      <dgm:prSet presAssocID="{02DF4F7B-3DDE-48CD-9E85-3037B11382F6}" presName="compNode" presStyleCnt="0"/>
      <dgm:spPr/>
    </dgm:pt>
    <dgm:pt modelId="{9C4EB1A2-489B-4E08-B626-394052E89D1F}" type="pres">
      <dgm:prSet presAssocID="{02DF4F7B-3DDE-48CD-9E85-3037B11382F6}" presName="bgRect" presStyleLbl="bgShp" presStyleIdx="2" presStyleCnt="5"/>
      <dgm:spPr/>
    </dgm:pt>
    <dgm:pt modelId="{5F23A00C-5778-442B-ADD7-7B1DCCB10443}" type="pres">
      <dgm:prSet presAssocID="{02DF4F7B-3DDE-48CD-9E85-3037B11382F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D1157429-1469-4BE8-BB75-007EAEFAED6A}" type="pres">
      <dgm:prSet presAssocID="{02DF4F7B-3DDE-48CD-9E85-3037B11382F6}" presName="spaceRect" presStyleCnt="0"/>
      <dgm:spPr/>
    </dgm:pt>
    <dgm:pt modelId="{21336CAD-D3DA-4806-9161-31959965CD62}" type="pres">
      <dgm:prSet presAssocID="{02DF4F7B-3DDE-48CD-9E85-3037B11382F6}" presName="parTx" presStyleLbl="revTx" presStyleIdx="2" presStyleCnt="5">
        <dgm:presLayoutVars>
          <dgm:chMax val="0"/>
          <dgm:chPref val="0"/>
        </dgm:presLayoutVars>
      </dgm:prSet>
      <dgm:spPr/>
    </dgm:pt>
    <dgm:pt modelId="{825D5B4F-FCD7-49F9-8D61-AFD1ED3686B7}" type="pres">
      <dgm:prSet presAssocID="{7F865864-FE34-4D9F-AF35-DA00D0C70C6C}" presName="sibTrans" presStyleCnt="0"/>
      <dgm:spPr/>
    </dgm:pt>
    <dgm:pt modelId="{9BECEA96-EE73-4AFF-A4A1-057E01528A4C}" type="pres">
      <dgm:prSet presAssocID="{74650009-49AF-4566-B012-A41F29438753}" presName="compNode" presStyleCnt="0"/>
      <dgm:spPr/>
    </dgm:pt>
    <dgm:pt modelId="{36AE29D9-8FEC-4448-8F62-DD8B23578922}" type="pres">
      <dgm:prSet presAssocID="{74650009-49AF-4566-B012-A41F29438753}" presName="bgRect" presStyleLbl="bgShp" presStyleIdx="3" presStyleCnt="5"/>
      <dgm:spPr/>
    </dgm:pt>
    <dgm:pt modelId="{6FDCCA40-BB9F-4F1A-996E-EE04551CAAD6}" type="pres">
      <dgm:prSet presAssocID="{74650009-49AF-4566-B012-A41F2943875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C527EABE-28E5-446D-A213-7EF66D8F7D81}" type="pres">
      <dgm:prSet presAssocID="{74650009-49AF-4566-B012-A41F29438753}" presName="spaceRect" presStyleCnt="0"/>
      <dgm:spPr/>
    </dgm:pt>
    <dgm:pt modelId="{8CD9890B-DBAB-45BD-A224-2E3C92B50B28}" type="pres">
      <dgm:prSet presAssocID="{74650009-49AF-4566-B012-A41F29438753}" presName="parTx" presStyleLbl="revTx" presStyleIdx="3" presStyleCnt="5">
        <dgm:presLayoutVars>
          <dgm:chMax val="0"/>
          <dgm:chPref val="0"/>
        </dgm:presLayoutVars>
      </dgm:prSet>
      <dgm:spPr/>
    </dgm:pt>
    <dgm:pt modelId="{F41ECA9A-7059-4C45-A3E7-38D2C8CA34E4}" type="pres">
      <dgm:prSet presAssocID="{053034CB-7DF1-47B5-AD3D-22C3AAD5EC6E}" presName="sibTrans" presStyleCnt="0"/>
      <dgm:spPr/>
    </dgm:pt>
    <dgm:pt modelId="{69636730-816E-4781-BF5E-7F4AC400DBB5}" type="pres">
      <dgm:prSet presAssocID="{4E6DC954-B23C-48D0-BA38-BEF7FD2F1E2D}" presName="compNode" presStyleCnt="0"/>
      <dgm:spPr/>
    </dgm:pt>
    <dgm:pt modelId="{C9E47A21-692C-453A-BB5B-9877707F2369}" type="pres">
      <dgm:prSet presAssocID="{4E6DC954-B23C-48D0-BA38-BEF7FD2F1E2D}" presName="bgRect" presStyleLbl="bgShp" presStyleIdx="4" presStyleCnt="5"/>
      <dgm:spPr/>
    </dgm:pt>
    <dgm:pt modelId="{11505A57-F182-4895-BD7A-9B8EF00C11B1}" type="pres">
      <dgm:prSet presAssocID="{4E6DC954-B23C-48D0-BA38-BEF7FD2F1E2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2DDB7D0-FB55-4CA7-9C26-51A7269388F0}" type="pres">
      <dgm:prSet presAssocID="{4E6DC954-B23C-48D0-BA38-BEF7FD2F1E2D}" presName="spaceRect" presStyleCnt="0"/>
      <dgm:spPr/>
    </dgm:pt>
    <dgm:pt modelId="{509CE232-30FA-4966-A4DC-FC9808E32DF5}" type="pres">
      <dgm:prSet presAssocID="{4E6DC954-B23C-48D0-BA38-BEF7FD2F1E2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54D0319-E53E-4156-9CDF-D76636479CD0}" type="presOf" srcId="{4C757F5C-2785-4D1A-AF3D-024E74DFEA51}" destId="{0FA11D60-8B1A-456B-AA79-6126A4B0631F}" srcOrd="0" destOrd="0" presId="urn:microsoft.com/office/officeart/2018/2/layout/IconVerticalSolidList"/>
    <dgm:cxn modelId="{666A401E-9924-40B8-884D-97E81DAE37FC}" type="presOf" srcId="{6361EB4D-6C03-47DE-94A8-BE03C1148CAE}" destId="{F96F581B-88B7-44E8-BCBE-4773AB220D45}" srcOrd="0" destOrd="0" presId="urn:microsoft.com/office/officeart/2018/2/layout/IconVerticalSolidList"/>
    <dgm:cxn modelId="{4A157320-1A36-46BB-9458-D61090190FE3}" srcId="{BE50971D-CD6D-40CA-9640-AAF4781C2C28}" destId="{02DF4F7B-3DDE-48CD-9E85-3037B11382F6}" srcOrd="2" destOrd="0" parTransId="{D4822BE2-B295-43CD-B418-A5AE58E768E1}" sibTransId="{7F865864-FE34-4D9F-AF35-DA00D0C70C6C}"/>
    <dgm:cxn modelId="{8D02724C-5838-4ABF-A247-D076A0490ED0}" srcId="{BE50971D-CD6D-40CA-9640-AAF4781C2C28}" destId="{4E6DC954-B23C-48D0-BA38-BEF7FD2F1E2D}" srcOrd="4" destOrd="0" parTransId="{2FEF6391-F839-4F45-ADA5-7D87DB10B790}" sibTransId="{E7D14DBC-43EC-44DF-A0F3-FD113AC36D72}"/>
    <dgm:cxn modelId="{579D4770-A9F2-4064-8172-7F90D24B4E91}" type="presOf" srcId="{4E6DC954-B23C-48D0-BA38-BEF7FD2F1E2D}" destId="{509CE232-30FA-4966-A4DC-FC9808E32DF5}" srcOrd="0" destOrd="0" presId="urn:microsoft.com/office/officeart/2018/2/layout/IconVerticalSolidList"/>
    <dgm:cxn modelId="{18B41196-5908-4FF3-91A8-7DF536BCDA85}" type="presOf" srcId="{74650009-49AF-4566-B012-A41F29438753}" destId="{8CD9890B-DBAB-45BD-A224-2E3C92B50B28}" srcOrd="0" destOrd="0" presId="urn:microsoft.com/office/officeart/2018/2/layout/IconVerticalSolidList"/>
    <dgm:cxn modelId="{1608EBC0-ABCB-4455-B992-A5A55E1CF6FC}" srcId="{BE50971D-CD6D-40CA-9640-AAF4781C2C28}" destId="{6361EB4D-6C03-47DE-94A8-BE03C1148CAE}" srcOrd="1" destOrd="0" parTransId="{1307711D-A552-4372-8FD0-2B7C4D17D133}" sibTransId="{0E4851C5-65D1-45A6-9879-E3B86DFC8C18}"/>
    <dgm:cxn modelId="{39BE78D1-6BF8-43F4-8F47-487C59AD4A8B}" type="presOf" srcId="{BE50971D-CD6D-40CA-9640-AAF4781C2C28}" destId="{E0CC2030-B3A3-4F1C-B991-0253AB892CFF}" srcOrd="0" destOrd="0" presId="urn:microsoft.com/office/officeart/2018/2/layout/IconVerticalSolidList"/>
    <dgm:cxn modelId="{917626DD-273E-40B8-86E4-7F043424D895}" type="presOf" srcId="{02DF4F7B-3DDE-48CD-9E85-3037B11382F6}" destId="{21336CAD-D3DA-4806-9161-31959965CD62}" srcOrd="0" destOrd="0" presId="urn:microsoft.com/office/officeart/2018/2/layout/IconVerticalSolidList"/>
    <dgm:cxn modelId="{E706FFE2-9C5C-47E6-BA38-B1ADB56314F3}" srcId="{BE50971D-CD6D-40CA-9640-AAF4781C2C28}" destId="{74650009-49AF-4566-B012-A41F29438753}" srcOrd="3" destOrd="0" parTransId="{F09765F4-8E82-46EC-BEB6-1A306C44694A}" sibTransId="{053034CB-7DF1-47B5-AD3D-22C3AAD5EC6E}"/>
    <dgm:cxn modelId="{84429EEA-9DE6-4AF3-9495-80E5B49E97D8}" srcId="{BE50971D-CD6D-40CA-9640-AAF4781C2C28}" destId="{4C757F5C-2785-4D1A-AF3D-024E74DFEA51}" srcOrd="0" destOrd="0" parTransId="{613177C9-E43F-41EB-B7BF-D3376CFF13A8}" sibTransId="{DB906BE9-CF4D-4C4C-BBEB-48F95DF05203}"/>
    <dgm:cxn modelId="{D8E94E58-BF18-4753-A31C-F56DAAE48C6B}" type="presParOf" srcId="{E0CC2030-B3A3-4F1C-B991-0253AB892CFF}" destId="{9ACFD299-4C62-4AE6-B1C5-DB9FEE484CE8}" srcOrd="0" destOrd="0" presId="urn:microsoft.com/office/officeart/2018/2/layout/IconVerticalSolidList"/>
    <dgm:cxn modelId="{BC791080-BB19-4BF3-81C6-D10AB84CD5A5}" type="presParOf" srcId="{9ACFD299-4C62-4AE6-B1C5-DB9FEE484CE8}" destId="{C2BF491F-6F38-4E28-9E85-D2B0886BF702}" srcOrd="0" destOrd="0" presId="urn:microsoft.com/office/officeart/2018/2/layout/IconVerticalSolidList"/>
    <dgm:cxn modelId="{126425E3-CB25-4A8D-9AE5-0F60B5667389}" type="presParOf" srcId="{9ACFD299-4C62-4AE6-B1C5-DB9FEE484CE8}" destId="{79779825-B445-450A-A44E-C029DD19687E}" srcOrd="1" destOrd="0" presId="urn:microsoft.com/office/officeart/2018/2/layout/IconVerticalSolidList"/>
    <dgm:cxn modelId="{C800E26E-0127-4B21-9E16-3CBD822BCB6C}" type="presParOf" srcId="{9ACFD299-4C62-4AE6-B1C5-DB9FEE484CE8}" destId="{4774C60C-35C1-4A77-A2D8-B56E1656B7A7}" srcOrd="2" destOrd="0" presId="urn:microsoft.com/office/officeart/2018/2/layout/IconVerticalSolidList"/>
    <dgm:cxn modelId="{444FFAE9-3453-4B74-BA2E-C70A91CD2459}" type="presParOf" srcId="{9ACFD299-4C62-4AE6-B1C5-DB9FEE484CE8}" destId="{0FA11D60-8B1A-456B-AA79-6126A4B0631F}" srcOrd="3" destOrd="0" presId="urn:microsoft.com/office/officeart/2018/2/layout/IconVerticalSolidList"/>
    <dgm:cxn modelId="{1AFE49AC-55C1-4031-80FA-BF08F5BDBAE3}" type="presParOf" srcId="{E0CC2030-B3A3-4F1C-B991-0253AB892CFF}" destId="{FCED3D00-2BC5-4766-A1F0-B016A15A788B}" srcOrd="1" destOrd="0" presId="urn:microsoft.com/office/officeart/2018/2/layout/IconVerticalSolidList"/>
    <dgm:cxn modelId="{3E62D562-3BAC-4AD9-96DA-10880046610B}" type="presParOf" srcId="{E0CC2030-B3A3-4F1C-B991-0253AB892CFF}" destId="{8418F581-7203-4DFD-936D-84DF39AA4223}" srcOrd="2" destOrd="0" presId="urn:microsoft.com/office/officeart/2018/2/layout/IconVerticalSolidList"/>
    <dgm:cxn modelId="{D95B026B-95CD-4E55-957C-039B601893FD}" type="presParOf" srcId="{8418F581-7203-4DFD-936D-84DF39AA4223}" destId="{F20A61B2-767B-4C8C-890B-F64CB5471B2C}" srcOrd="0" destOrd="0" presId="urn:microsoft.com/office/officeart/2018/2/layout/IconVerticalSolidList"/>
    <dgm:cxn modelId="{91782087-CAC3-4456-B17C-0D47FE573CD7}" type="presParOf" srcId="{8418F581-7203-4DFD-936D-84DF39AA4223}" destId="{96005466-05FE-4D61-9822-2299B25E7375}" srcOrd="1" destOrd="0" presId="urn:microsoft.com/office/officeart/2018/2/layout/IconVerticalSolidList"/>
    <dgm:cxn modelId="{94C00C2C-436F-475C-92CB-824897DABBDA}" type="presParOf" srcId="{8418F581-7203-4DFD-936D-84DF39AA4223}" destId="{6B57E6F6-CE27-4B83-B599-9B7A8806A8A4}" srcOrd="2" destOrd="0" presId="urn:microsoft.com/office/officeart/2018/2/layout/IconVerticalSolidList"/>
    <dgm:cxn modelId="{2128D1B4-7DA9-4927-8889-DBA138D7937D}" type="presParOf" srcId="{8418F581-7203-4DFD-936D-84DF39AA4223}" destId="{F96F581B-88B7-44E8-BCBE-4773AB220D45}" srcOrd="3" destOrd="0" presId="urn:microsoft.com/office/officeart/2018/2/layout/IconVerticalSolidList"/>
    <dgm:cxn modelId="{021043B2-4A3B-48F5-B879-42B62FFD305B}" type="presParOf" srcId="{E0CC2030-B3A3-4F1C-B991-0253AB892CFF}" destId="{FA662FED-5A3B-4A4C-B8E2-D39625F73AA1}" srcOrd="3" destOrd="0" presId="urn:microsoft.com/office/officeart/2018/2/layout/IconVerticalSolidList"/>
    <dgm:cxn modelId="{93FB1210-21FE-4CF7-A09F-590F5E8D4AE7}" type="presParOf" srcId="{E0CC2030-B3A3-4F1C-B991-0253AB892CFF}" destId="{0D92740D-A209-4728-9132-FF944A6893AE}" srcOrd="4" destOrd="0" presId="urn:microsoft.com/office/officeart/2018/2/layout/IconVerticalSolidList"/>
    <dgm:cxn modelId="{6D6987BB-7ABE-42EE-AD96-ACBB559A3089}" type="presParOf" srcId="{0D92740D-A209-4728-9132-FF944A6893AE}" destId="{9C4EB1A2-489B-4E08-B626-394052E89D1F}" srcOrd="0" destOrd="0" presId="urn:microsoft.com/office/officeart/2018/2/layout/IconVerticalSolidList"/>
    <dgm:cxn modelId="{26A143DA-66F6-4DDE-8450-DA5BE977A6B2}" type="presParOf" srcId="{0D92740D-A209-4728-9132-FF944A6893AE}" destId="{5F23A00C-5778-442B-ADD7-7B1DCCB10443}" srcOrd="1" destOrd="0" presId="urn:microsoft.com/office/officeart/2018/2/layout/IconVerticalSolidList"/>
    <dgm:cxn modelId="{AAB225CB-1901-4798-BD41-F8D4D68C5ACB}" type="presParOf" srcId="{0D92740D-A209-4728-9132-FF944A6893AE}" destId="{D1157429-1469-4BE8-BB75-007EAEFAED6A}" srcOrd="2" destOrd="0" presId="urn:microsoft.com/office/officeart/2018/2/layout/IconVerticalSolidList"/>
    <dgm:cxn modelId="{6B9794E1-AD7D-4828-9D80-60552F1A243D}" type="presParOf" srcId="{0D92740D-A209-4728-9132-FF944A6893AE}" destId="{21336CAD-D3DA-4806-9161-31959965CD62}" srcOrd="3" destOrd="0" presId="urn:microsoft.com/office/officeart/2018/2/layout/IconVerticalSolidList"/>
    <dgm:cxn modelId="{6BBDEE7A-D5D4-44CE-B11E-8A15F24034DD}" type="presParOf" srcId="{E0CC2030-B3A3-4F1C-B991-0253AB892CFF}" destId="{825D5B4F-FCD7-49F9-8D61-AFD1ED3686B7}" srcOrd="5" destOrd="0" presId="urn:microsoft.com/office/officeart/2018/2/layout/IconVerticalSolidList"/>
    <dgm:cxn modelId="{C0F028CA-BA4E-4089-B27C-A93C995DC708}" type="presParOf" srcId="{E0CC2030-B3A3-4F1C-B991-0253AB892CFF}" destId="{9BECEA96-EE73-4AFF-A4A1-057E01528A4C}" srcOrd="6" destOrd="0" presId="urn:microsoft.com/office/officeart/2018/2/layout/IconVerticalSolidList"/>
    <dgm:cxn modelId="{7B9AF453-3119-415E-AB2B-4565EE7970AE}" type="presParOf" srcId="{9BECEA96-EE73-4AFF-A4A1-057E01528A4C}" destId="{36AE29D9-8FEC-4448-8F62-DD8B23578922}" srcOrd="0" destOrd="0" presId="urn:microsoft.com/office/officeart/2018/2/layout/IconVerticalSolidList"/>
    <dgm:cxn modelId="{94BC70C5-A3CD-4BCE-90AE-2D0C58FF9A85}" type="presParOf" srcId="{9BECEA96-EE73-4AFF-A4A1-057E01528A4C}" destId="{6FDCCA40-BB9F-4F1A-996E-EE04551CAAD6}" srcOrd="1" destOrd="0" presId="urn:microsoft.com/office/officeart/2018/2/layout/IconVerticalSolidList"/>
    <dgm:cxn modelId="{E8FB7E14-21D4-489C-9FFF-07E264CE2F02}" type="presParOf" srcId="{9BECEA96-EE73-4AFF-A4A1-057E01528A4C}" destId="{C527EABE-28E5-446D-A213-7EF66D8F7D81}" srcOrd="2" destOrd="0" presId="urn:microsoft.com/office/officeart/2018/2/layout/IconVerticalSolidList"/>
    <dgm:cxn modelId="{872FE2D2-1DEA-4C20-9D01-DFB15E652940}" type="presParOf" srcId="{9BECEA96-EE73-4AFF-A4A1-057E01528A4C}" destId="{8CD9890B-DBAB-45BD-A224-2E3C92B50B28}" srcOrd="3" destOrd="0" presId="urn:microsoft.com/office/officeart/2018/2/layout/IconVerticalSolidList"/>
    <dgm:cxn modelId="{57F0ED8D-A174-45F6-89FD-19941C47A179}" type="presParOf" srcId="{E0CC2030-B3A3-4F1C-B991-0253AB892CFF}" destId="{F41ECA9A-7059-4C45-A3E7-38D2C8CA34E4}" srcOrd="7" destOrd="0" presId="urn:microsoft.com/office/officeart/2018/2/layout/IconVerticalSolidList"/>
    <dgm:cxn modelId="{3BA37D0C-7658-425F-996A-9DD2102B19AC}" type="presParOf" srcId="{E0CC2030-B3A3-4F1C-B991-0253AB892CFF}" destId="{69636730-816E-4781-BF5E-7F4AC400DBB5}" srcOrd="8" destOrd="0" presId="urn:microsoft.com/office/officeart/2018/2/layout/IconVerticalSolidList"/>
    <dgm:cxn modelId="{49F705FA-4DA5-489F-BB34-B0F2E96CEBF6}" type="presParOf" srcId="{69636730-816E-4781-BF5E-7F4AC400DBB5}" destId="{C9E47A21-692C-453A-BB5B-9877707F2369}" srcOrd="0" destOrd="0" presId="urn:microsoft.com/office/officeart/2018/2/layout/IconVerticalSolidList"/>
    <dgm:cxn modelId="{4CB19797-2F0E-457F-ACE7-D30A74E293CB}" type="presParOf" srcId="{69636730-816E-4781-BF5E-7F4AC400DBB5}" destId="{11505A57-F182-4895-BD7A-9B8EF00C11B1}" srcOrd="1" destOrd="0" presId="urn:microsoft.com/office/officeart/2018/2/layout/IconVerticalSolidList"/>
    <dgm:cxn modelId="{75603201-300B-4259-A7F1-7D6D8D497614}" type="presParOf" srcId="{69636730-816E-4781-BF5E-7F4AC400DBB5}" destId="{22DDB7D0-FB55-4CA7-9C26-51A7269388F0}" srcOrd="2" destOrd="0" presId="urn:microsoft.com/office/officeart/2018/2/layout/IconVerticalSolidList"/>
    <dgm:cxn modelId="{F29065CE-1B24-463B-B705-74C86D3C79BA}" type="presParOf" srcId="{69636730-816E-4781-BF5E-7F4AC400DBB5}" destId="{509CE232-30FA-4966-A4DC-FC9808E32D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67C7E9-C7BB-4A7A-A090-481FF1EB1CE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A64F0C4-116F-41F5-B7C6-8534CA4010DD}">
      <dgm:prSet/>
      <dgm:spPr/>
      <dgm:t>
        <a:bodyPr/>
        <a:lstStyle/>
        <a:p>
          <a:r>
            <a:rPr lang="en-US"/>
            <a:t>To load the prepared dashboard images:</a:t>
          </a:r>
        </a:p>
      </dgm:t>
    </dgm:pt>
    <dgm:pt modelId="{4E872DDC-C006-432F-AFB2-B8DCF62169BF}" type="parTrans" cxnId="{8687F530-FB8E-414E-83E6-7FC72EEBD939}">
      <dgm:prSet/>
      <dgm:spPr/>
      <dgm:t>
        <a:bodyPr/>
        <a:lstStyle/>
        <a:p>
          <a:endParaRPr lang="en-US"/>
        </a:p>
      </dgm:t>
    </dgm:pt>
    <dgm:pt modelId="{873C8549-8459-498E-8CA5-11A7A227296C}" type="sibTrans" cxnId="{8687F530-FB8E-414E-83E6-7FC72EEBD939}">
      <dgm:prSet/>
      <dgm:spPr/>
      <dgm:t>
        <a:bodyPr/>
        <a:lstStyle/>
        <a:p>
          <a:endParaRPr lang="en-US"/>
        </a:p>
      </dgm:t>
    </dgm:pt>
    <dgm:pt modelId="{8FCFB93A-C46A-4EB3-8A24-6B0D30820E45}">
      <dgm:prSet/>
      <dgm:spPr/>
      <dgm:t>
        <a:bodyPr/>
        <a:lstStyle/>
        <a:p>
          <a:r>
            <a:rPr lang="en-US"/>
            <a:t>Open Command Prompt or PowerShell </a:t>
          </a:r>
        </a:p>
      </dgm:t>
    </dgm:pt>
    <dgm:pt modelId="{BF768E2F-853E-4E0F-AA82-824EAB1BEB08}" type="parTrans" cxnId="{266CFBE7-625E-4119-90A0-0394EB5EA528}">
      <dgm:prSet/>
      <dgm:spPr/>
      <dgm:t>
        <a:bodyPr/>
        <a:lstStyle/>
        <a:p>
          <a:endParaRPr lang="en-US"/>
        </a:p>
      </dgm:t>
    </dgm:pt>
    <dgm:pt modelId="{689E01DA-1959-4566-9398-99551CE86330}" type="sibTrans" cxnId="{266CFBE7-625E-4119-90A0-0394EB5EA528}">
      <dgm:prSet/>
      <dgm:spPr/>
      <dgm:t>
        <a:bodyPr/>
        <a:lstStyle/>
        <a:p>
          <a:endParaRPr lang="en-US"/>
        </a:p>
      </dgm:t>
    </dgm:pt>
    <dgm:pt modelId="{59900BC1-8E53-466D-B52F-EE03E4961168}">
      <dgm:prSet/>
      <dgm:spPr/>
      <dgm:t>
        <a:bodyPr/>
        <a:lstStyle/>
        <a:p>
          <a:r>
            <a:rPr lang="en-US"/>
            <a:t>Go to the project folder </a:t>
          </a:r>
        </a:p>
      </dgm:t>
    </dgm:pt>
    <dgm:pt modelId="{6B0E3050-A8E7-424B-B540-33EC032623F5}" type="parTrans" cxnId="{DE3A8285-CF65-4EC8-9DBB-E848D630B362}">
      <dgm:prSet/>
      <dgm:spPr/>
      <dgm:t>
        <a:bodyPr/>
        <a:lstStyle/>
        <a:p>
          <a:endParaRPr lang="en-US"/>
        </a:p>
      </dgm:t>
    </dgm:pt>
    <dgm:pt modelId="{050FC1D9-6F17-4FB3-A98D-E5F22855D8FA}" type="sibTrans" cxnId="{DE3A8285-CF65-4EC8-9DBB-E848D630B362}">
      <dgm:prSet/>
      <dgm:spPr/>
      <dgm:t>
        <a:bodyPr/>
        <a:lstStyle/>
        <a:p>
          <a:endParaRPr lang="en-US"/>
        </a:p>
      </dgm:t>
    </dgm:pt>
    <dgm:pt modelId="{1C280977-9668-4326-B502-8F0FF8D5FA0E}">
      <dgm:prSet/>
      <dgm:spPr/>
      <dgm:t>
        <a:bodyPr/>
        <a:lstStyle/>
        <a:p>
          <a:r>
            <a:rPr lang="en-US"/>
            <a:t>Run: docker load -i dashboard-images.tar</a:t>
          </a:r>
        </a:p>
      </dgm:t>
    </dgm:pt>
    <dgm:pt modelId="{5D6AC7E9-863A-4AAF-AC94-66EC41336D6B}" type="parTrans" cxnId="{0CD73DF5-2079-4072-9528-B65D5228EEB3}">
      <dgm:prSet/>
      <dgm:spPr/>
      <dgm:t>
        <a:bodyPr/>
        <a:lstStyle/>
        <a:p>
          <a:endParaRPr lang="en-US"/>
        </a:p>
      </dgm:t>
    </dgm:pt>
    <dgm:pt modelId="{403CEDA6-FB76-404F-88C8-6FCCD5D43E28}" type="sibTrans" cxnId="{0CD73DF5-2079-4072-9528-B65D5228EEB3}">
      <dgm:prSet/>
      <dgm:spPr/>
      <dgm:t>
        <a:bodyPr/>
        <a:lstStyle/>
        <a:p>
          <a:endParaRPr lang="en-US"/>
        </a:p>
      </dgm:t>
    </dgm:pt>
    <dgm:pt modelId="{787B4C00-2699-4754-A6F3-62E4881416EB}" type="pres">
      <dgm:prSet presAssocID="{5167C7E9-C7BB-4A7A-A090-481FF1EB1CEE}" presName="root" presStyleCnt="0">
        <dgm:presLayoutVars>
          <dgm:dir/>
          <dgm:resizeHandles val="exact"/>
        </dgm:presLayoutVars>
      </dgm:prSet>
      <dgm:spPr/>
    </dgm:pt>
    <dgm:pt modelId="{24C03EC8-1467-4851-99B3-AA29501DD0FB}" type="pres">
      <dgm:prSet presAssocID="{FA64F0C4-116F-41F5-B7C6-8534CA4010DD}" presName="compNode" presStyleCnt="0"/>
      <dgm:spPr/>
    </dgm:pt>
    <dgm:pt modelId="{52B44B46-FEBF-45E2-B5D2-6580FD172A71}" type="pres">
      <dgm:prSet presAssocID="{FA64F0C4-116F-41F5-B7C6-8534CA4010D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5AA308FE-2856-49E5-B0C7-F14B04A2694D}" type="pres">
      <dgm:prSet presAssocID="{FA64F0C4-116F-41F5-B7C6-8534CA4010DD}" presName="spaceRect" presStyleCnt="0"/>
      <dgm:spPr/>
    </dgm:pt>
    <dgm:pt modelId="{A0F32357-A3CF-432F-9349-FC5FB3ACE1A3}" type="pres">
      <dgm:prSet presAssocID="{FA64F0C4-116F-41F5-B7C6-8534CA4010DD}" presName="textRect" presStyleLbl="revTx" presStyleIdx="0" presStyleCnt="4">
        <dgm:presLayoutVars>
          <dgm:chMax val="1"/>
          <dgm:chPref val="1"/>
        </dgm:presLayoutVars>
      </dgm:prSet>
      <dgm:spPr/>
    </dgm:pt>
    <dgm:pt modelId="{0C812DF9-56B8-45D5-B6AF-72D8D34A2472}" type="pres">
      <dgm:prSet presAssocID="{873C8549-8459-498E-8CA5-11A7A227296C}" presName="sibTrans" presStyleCnt="0"/>
      <dgm:spPr/>
    </dgm:pt>
    <dgm:pt modelId="{5D3361C1-0ECD-48D4-A660-F5974D79FE31}" type="pres">
      <dgm:prSet presAssocID="{8FCFB93A-C46A-4EB3-8A24-6B0D30820E45}" presName="compNode" presStyleCnt="0"/>
      <dgm:spPr/>
    </dgm:pt>
    <dgm:pt modelId="{57870F85-9447-4C32-829C-E6DD2722A9D4}" type="pres">
      <dgm:prSet presAssocID="{8FCFB93A-C46A-4EB3-8A24-6B0D30820E4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md(terminal)"/>
        </a:ext>
      </dgm:extLst>
    </dgm:pt>
    <dgm:pt modelId="{0EBE88DF-A082-4DAE-955C-31B9F753A7E0}" type="pres">
      <dgm:prSet presAssocID="{8FCFB93A-C46A-4EB3-8A24-6B0D30820E45}" presName="spaceRect" presStyleCnt="0"/>
      <dgm:spPr/>
    </dgm:pt>
    <dgm:pt modelId="{8A2226C6-C535-48EB-B28A-B6467579BF24}" type="pres">
      <dgm:prSet presAssocID="{8FCFB93A-C46A-4EB3-8A24-6B0D30820E45}" presName="textRect" presStyleLbl="revTx" presStyleIdx="1" presStyleCnt="4">
        <dgm:presLayoutVars>
          <dgm:chMax val="1"/>
          <dgm:chPref val="1"/>
        </dgm:presLayoutVars>
      </dgm:prSet>
      <dgm:spPr/>
    </dgm:pt>
    <dgm:pt modelId="{055FE398-031B-4CE4-B022-2C47E9E33BAF}" type="pres">
      <dgm:prSet presAssocID="{689E01DA-1959-4566-9398-99551CE86330}" presName="sibTrans" presStyleCnt="0"/>
      <dgm:spPr/>
    </dgm:pt>
    <dgm:pt modelId="{517107A2-0EC4-4E4F-B023-E417A733EAF9}" type="pres">
      <dgm:prSet presAssocID="{59900BC1-8E53-466D-B52F-EE03E4961168}" presName="compNode" presStyleCnt="0"/>
      <dgm:spPr/>
    </dgm:pt>
    <dgm:pt modelId="{4D0BAB34-D133-4658-8E52-2DAE50251D62}" type="pres">
      <dgm:prSet presAssocID="{59900BC1-8E53-466D-B52F-EE03E496116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59DE05A2-7D4F-4F16-8E6B-DADAB43A16B0}" type="pres">
      <dgm:prSet presAssocID="{59900BC1-8E53-466D-B52F-EE03E4961168}" presName="spaceRect" presStyleCnt="0"/>
      <dgm:spPr/>
    </dgm:pt>
    <dgm:pt modelId="{2BC7A07F-996C-479B-B71B-8D6F61A1D834}" type="pres">
      <dgm:prSet presAssocID="{59900BC1-8E53-466D-B52F-EE03E4961168}" presName="textRect" presStyleLbl="revTx" presStyleIdx="2" presStyleCnt="4">
        <dgm:presLayoutVars>
          <dgm:chMax val="1"/>
          <dgm:chPref val="1"/>
        </dgm:presLayoutVars>
      </dgm:prSet>
      <dgm:spPr/>
    </dgm:pt>
    <dgm:pt modelId="{354864AD-AA9E-4D69-9F4F-5F494350EFB6}" type="pres">
      <dgm:prSet presAssocID="{050FC1D9-6F17-4FB3-A98D-E5F22855D8FA}" presName="sibTrans" presStyleCnt="0"/>
      <dgm:spPr/>
    </dgm:pt>
    <dgm:pt modelId="{89E22F03-83F3-44BA-92B6-2C6F68BD8BC6}" type="pres">
      <dgm:prSet presAssocID="{1C280977-9668-4326-B502-8F0FF8D5FA0E}" presName="compNode" presStyleCnt="0"/>
      <dgm:spPr/>
    </dgm:pt>
    <dgm:pt modelId="{74139A7B-ED95-45AB-8F7A-8D50C61969DF}" type="pres">
      <dgm:prSet presAssocID="{1C280977-9668-4326-B502-8F0FF8D5FA0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38149BFE-CE6A-4EE0-83CA-1B6411D9947B}" type="pres">
      <dgm:prSet presAssocID="{1C280977-9668-4326-B502-8F0FF8D5FA0E}" presName="spaceRect" presStyleCnt="0"/>
      <dgm:spPr/>
    </dgm:pt>
    <dgm:pt modelId="{5D9C15E7-6226-4818-BA79-2410E660EDF2}" type="pres">
      <dgm:prSet presAssocID="{1C280977-9668-4326-B502-8F0FF8D5FA0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43F451D-9FA5-4A35-8C6E-71FD81827223}" type="presOf" srcId="{FA64F0C4-116F-41F5-B7C6-8534CA4010DD}" destId="{A0F32357-A3CF-432F-9349-FC5FB3ACE1A3}" srcOrd="0" destOrd="0" presId="urn:microsoft.com/office/officeart/2018/2/layout/IconLabelList"/>
    <dgm:cxn modelId="{FB2EB326-6AEC-4095-A9EA-01AD76A0657C}" type="presOf" srcId="{8FCFB93A-C46A-4EB3-8A24-6B0D30820E45}" destId="{8A2226C6-C535-48EB-B28A-B6467579BF24}" srcOrd="0" destOrd="0" presId="urn:microsoft.com/office/officeart/2018/2/layout/IconLabelList"/>
    <dgm:cxn modelId="{8687F530-FB8E-414E-83E6-7FC72EEBD939}" srcId="{5167C7E9-C7BB-4A7A-A090-481FF1EB1CEE}" destId="{FA64F0C4-116F-41F5-B7C6-8534CA4010DD}" srcOrd="0" destOrd="0" parTransId="{4E872DDC-C006-432F-AFB2-B8DCF62169BF}" sibTransId="{873C8549-8459-498E-8CA5-11A7A227296C}"/>
    <dgm:cxn modelId="{3DB2B53B-5D3D-4CAB-A0E4-999449AC069F}" type="presOf" srcId="{5167C7E9-C7BB-4A7A-A090-481FF1EB1CEE}" destId="{787B4C00-2699-4754-A6F3-62E4881416EB}" srcOrd="0" destOrd="0" presId="urn:microsoft.com/office/officeart/2018/2/layout/IconLabelList"/>
    <dgm:cxn modelId="{A49CAB4B-01E1-4B90-9F4C-52886443FDAC}" type="presOf" srcId="{59900BC1-8E53-466D-B52F-EE03E4961168}" destId="{2BC7A07F-996C-479B-B71B-8D6F61A1D834}" srcOrd="0" destOrd="0" presId="urn:microsoft.com/office/officeart/2018/2/layout/IconLabelList"/>
    <dgm:cxn modelId="{DE3A8285-CF65-4EC8-9DBB-E848D630B362}" srcId="{5167C7E9-C7BB-4A7A-A090-481FF1EB1CEE}" destId="{59900BC1-8E53-466D-B52F-EE03E4961168}" srcOrd="2" destOrd="0" parTransId="{6B0E3050-A8E7-424B-B540-33EC032623F5}" sibTransId="{050FC1D9-6F17-4FB3-A98D-E5F22855D8FA}"/>
    <dgm:cxn modelId="{563F98B7-730E-4733-BB61-7C5D1E3A802B}" type="presOf" srcId="{1C280977-9668-4326-B502-8F0FF8D5FA0E}" destId="{5D9C15E7-6226-4818-BA79-2410E660EDF2}" srcOrd="0" destOrd="0" presId="urn:microsoft.com/office/officeart/2018/2/layout/IconLabelList"/>
    <dgm:cxn modelId="{266CFBE7-625E-4119-90A0-0394EB5EA528}" srcId="{5167C7E9-C7BB-4A7A-A090-481FF1EB1CEE}" destId="{8FCFB93A-C46A-4EB3-8A24-6B0D30820E45}" srcOrd="1" destOrd="0" parTransId="{BF768E2F-853E-4E0F-AA82-824EAB1BEB08}" sibTransId="{689E01DA-1959-4566-9398-99551CE86330}"/>
    <dgm:cxn modelId="{0CD73DF5-2079-4072-9528-B65D5228EEB3}" srcId="{5167C7E9-C7BB-4A7A-A090-481FF1EB1CEE}" destId="{1C280977-9668-4326-B502-8F0FF8D5FA0E}" srcOrd="3" destOrd="0" parTransId="{5D6AC7E9-863A-4AAF-AC94-66EC41336D6B}" sibTransId="{403CEDA6-FB76-404F-88C8-6FCCD5D43E28}"/>
    <dgm:cxn modelId="{3E27D785-8D95-46A0-B0D3-D158C8EFBAE5}" type="presParOf" srcId="{787B4C00-2699-4754-A6F3-62E4881416EB}" destId="{24C03EC8-1467-4851-99B3-AA29501DD0FB}" srcOrd="0" destOrd="0" presId="urn:microsoft.com/office/officeart/2018/2/layout/IconLabelList"/>
    <dgm:cxn modelId="{8E43E7C6-DD3F-46EB-A37A-C23E9EDBFF8D}" type="presParOf" srcId="{24C03EC8-1467-4851-99B3-AA29501DD0FB}" destId="{52B44B46-FEBF-45E2-B5D2-6580FD172A71}" srcOrd="0" destOrd="0" presId="urn:microsoft.com/office/officeart/2018/2/layout/IconLabelList"/>
    <dgm:cxn modelId="{DF118C14-807E-4E60-8A22-3AA09D0D1F25}" type="presParOf" srcId="{24C03EC8-1467-4851-99B3-AA29501DD0FB}" destId="{5AA308FE-2856-49E5-B0C7-F14B04A2694D}" srcOrd="1" destOrd="0" presId="urn:microsoft.com/office/officeart/2018/2/layout/IconLabelList"/>
    <dgm:cxn modelId="{E511E349-1AE3-4E0A-8F84-AFC3C2BA7471}" type="presParOf" srcId="{24C03EC8-1467-4851-99B3-AA29501DD0FB}" destId="{A0F32357-A3CF-432F-9349-FC5FB3ACE1A3}" srcOrd="2" destOrd="0" presId="urn:microsoft.com/office/officeart/2018/2/layout/IconLabelList"/>
    <dgm:cxn modelId="{F5CD201D-E869-4C87-A649-F8398F959603}" type="presParOf" srcId="{787B4C00-2699-4754-A6F3-62E4881416EB}" destId="{0C812DF9-56B8-45D5-B6AF-72D8D34A2472}" srcOrd="1" destOrd="0" presId="urn:microsoft.com/office/officeart/2018/2/layout/IconLabelList"/>
    <dgm:cxn modelId="{76CC11E5-D916-4E20-9725-EABD287BD4A9}" type="presParOf" srcId="{787B4C00-2699-4754-A6F3-62E4881416EB}" destId="{5D3361C1-0ECD-48D4-A660-F5974D79FE31}" srcOrd="2" destOrd="0" presId="urn:microsoft.com/office/officeart/2018/2/layout/IconLabelList"/>
    <dgm:cxn modelId="{7D86AF9E-B12A-46D1-80D9-86194F4BEEFC}" type="presParOf" srcId="{5D3361C1-0ECD-48D4-A660-F5974D79FE31}" destId="{57870F85-9447-4C32-829C-E6DD2722A9D4}" srcOrd="0" destOrd="0" presId="urn:microsoft.com/office/officeart/2018/2/layout/IconLabelList"/>
    <dgm:cxn modelId="{EB06A220-62EE-491E-AB4F-1880629B3F15}" type="presParOf" srcId="{5D3361C1-0ECD-48D4-A660-F5974D79FE31}" destId="{0EBE88DF-A082-4DAE-955C-31B9F753A7E0}" srcOrd="1" destOrd="0" presId="urn:microsoft.com/office/officeart/2018/2/layout/IconLabelList"/>
    <dgm:cxn modelId="{5456FAEF-41A7-4BC8-AE8E-DAF59103EB8F}" type="presParOf" srcId="{5D3361C1-0ECD-48D4-A660-F5974D79FE31}" destId="{8A2226C6-C535-48EB-B28A-B6467579BF24}" srcOrd="2" destOrd="0" presId="urn:microsoft.com/office/officeart/2018/2/layout/IconLabelList"/>
    <dgm:cxn modelId="{1684DD47-5965-4167-ADED-6C0CB2E4983D}" type="presParOf" srcId="{787B4C00-2699-4754-A6F3-62E4881416EB}" destId="{055FE398-031B-4CE4-B022-2C47E9E33BAF}" srcOrd="3" destOrd="0" presId="urn:microsoft.com/office/officeart/2018/2/layout/IconLabelList"/>
    <dgm:cxn modelId="{17D90248-E0F5-4B94-8A85-AA83275DB767}" type="presParOf" srcId="{787B4C00-2699-4754-A6F3-62E4881416EB}" destId="{517107A2-0EC4-4E4F-B023-E417A733EAF9}" srcOrd="4" destOrd="0" presId="urn:microsoft.com/office/officeart/2018/2/layout/IconLabelList"/>
    <dgm:cxn modelId="{289C11F1-2537-47C7-9187-CCF924261182}" type="presParOf" srcId="{517107A2-0EC4-4E4F-B023-E417A733EAF9}" destId="{4D0BAB34-D133-4658-8E52-2DAE50251D62}" srcOrd="0" destOrd="0" presId="urn:microsoft.com/office/officeart/2018/2/layout/IconLabelList"/>
    <dgm:cxn modelId="{0461BF09-2FC2-43D3-AA76-2E412ADB13C9}" type="presParOf" srcId="{517107A2-0EC4-4E4F-B023-E417A733EAF9}" destId="{59DE05A2-7D4F-4F16-8E6B-DADAB43A16B0}" srcOrd="1" destOrd="0" presId="urn:microsoft.com/office/officeart/2018/2/layout/IconLabelList"/>
    <dgm:cxn modelId="{D7673501-67B0-4196-97AC-D5C8F26D579B}" type="presParOf" srcId="{517107A2-0EC4-4E4F-B023-E417A733EAF9}" destId="{2BC7A07F-996C-479B-B71B-8D6F61A1D834}" srcOrd="2" destOrd="0" presId="urn:microsoft.com/office/officeart/2018/2/layout/IconLabelList"/>
    <dgm:cxn modelId="{F69492CB-D2ED-49BD-BEAC-2F9E78848B9C}" type="presParOf" srcId="{787B4C00-2699-4754-A6F3-62E4881416EB}" destId="{354864AD-AA9E-4D69-9F4F-5F494350EFB6}" srcOrd="5" destOrd="0" presId="urn:microsoft.com/office/officeart/2018/2/layout/IconLabelList"/>
    <dgm:cxn modelId="{A8FA920B-B72E-4BCB-9C40-48E57D241892}" type="presParOf" srcId="{787B4C00-2699-4754-A6F3-62E4881416EB}" destId="{89E22F03-83F3-44BA-92B6-2C6F68BD8BC6}" srcOrd="6" destOrd="0" presId="urn:microsoft.com/office/officeart/2018/2/layout/IconLabelList"/>
    <dgm:cxn modelId="{48DF5B1B-9090-4FD9-9903-89E3F1FDE9CB}" type="presParOf" srcId="{89E22F03-83F3-44BA-92B6-2C6F68BD8BC6}" destId="{74139A7B-ED95-45AB-8F7A-8D50C61969DF}" srcOrd="0" destOrd="0" presId="urn:microsoft.com/office/officeart/2018/2/layout/IconLabelList"/>
    <dgm:cxn modelId="{FFA2A4E4-1876-4F94-A04F-B0EAE0522523}" type="presParOf" srcId="{89E22F03-83F3-44BA-92B6-2C6F68BD8BC6}" destId="{38149BFE-CE6A-4EE0-83CA-1B6411D9947B}" srcOrd="1" destOrd="0" presId="urn:microsoft.com/office/officeart/2018/2/layout/IconLabelList"/>
    <dgm:cxn modelId="{0D8A9001-7733-4F39-AD54-23649E259371}" type="presParOf" srcId="{89E22F03-83F3-44BA-92B6-2C6F68BD8BC6}" destId="{5D9C15E7-6226-4818-BA79-2410E660ED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A7C14C4-EB37-4BBB-8921-DA030EC20C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CEFC825-193A-4365-9E23-AF6FA149B5BF}">
      <dgm:prSet/>
      <dgm:spPr/>
      <dgm:t>
        <a:bodyPr/>
        <a:lstStyle/>
        <a:p>
          <a:r>
            <a:rPr lang="en-US"/>
            <a:t>After loading the images, start the system by using:</a:t>
          </a:r>
        </a:p>
      </dgm:t>
    </dgm:pt>
    <dgm:pt modelId="{BDAD5BC6-4516-41BA-B1EC-B86C286EE198}" type="parTrans" cxnId="{8C9DEA0C-E33C-4ABE-9161-B59D4F8A0BBA}">
      <dgm:prSet/>
      <dgm:spPr/>
      <dgm:t>
        <a:bodyPr/>
        <a:lstStyle/>
        <a:p>
          <a:endParaRPr lang="en-US"/>
        </a:p>
      </dgm:t>
    </dgm:pt>
    <dgm:pt modelId="{F2C1B24A-3EF2-443C-8C4B-91EDC5577E6F}" type="sibTrans" cxnId="{8C9DEA0C-E33C-4ABE-9161-B59D4F8A0BBA}">
      <dgm:prSet/>
      <dgm:spPr/>
      <dgm:t>
        <a:bodyPr/>
        <a:lstStyle/>
        <a:p>
          <a:endParaRPr lang="en-US"/>
        </a:p>
      </dgm:t>
    </dgm:pt>
    <dgm:pt modelId="{E768F507-2AD3-49DD-AB32-E450687EA3B8}">
      <dgm:prSet/>
      <dgm:spPr/>
      <dgm:t>
        <a:bodyPr/>
        <a:lstStyle/>
        <a:p>
          <a:r>
            <a:rPr lang="en-US"/>
            <a:t>command : docker compose up -d</a:t>
          </a:r>
        </a:p>
      </dgm:t>
    </dgm:pt>
    <dgm:pt modelId="{04E2C120-8548-41B2-9671-B75EA50E3A3F}" type="parTrans" cxnId="{EE07B8A1-21B0-4ED6-ABCB-9889EFD2B679}">
      <dgm:prSet/>
      <dgm:spPr/>
      <dgm:t>
        <a:bodyPr/>
        <a:lstStyle/>
        <a:p>
          <a:endParaRPr lang="en-US"/>
        </a:p>
      </dgm:t>
    </dgm:pt>
    <dgm:pt modelId="{BDEB6277-C01C-45F3-A8D7-3F5840A5706D}" type="sibTrans" cxnId="{EE07B8A1-21B0-4ED6-ABCB-9889EFD2B679}">
      <dgm:prSet/>
      <dgm:spPr/>
      <dgm:t>
        <a:bodyPr/>
        <a:lstStyle/>
        <a:p>
          <a:endParaRPr lang="en-US"/>
        </a:p>
      </dgm:t>
    </dgm:pt>
    <dgm:pt modelId="{9AE0A53E-F322-4BB9-AFA6-EDEE2463C9E1}" type="pres">
      <dgm:prSet presAssocID="{3A7C14C4-EB37-4BBB-8921-DA030EC20C6A}" presName="root" presStyleCnt="0">
        <dgm:presLayoutVars>
          <dgm:dir/>
          <dgm:resizeHandles val="exact"/>
        </dgm:presLayoutVars>
      </dgm:prSet>
      <dgm:spPr/>
    </dgm:pt>
    <dgm:pt modelId="{8267AE11-A5EE-4C9D-B728-14C2E3B99F77}" type="pres">
      <dgm:prSet presAssocID="{7CEFC825-193A-4365-9E23-AF6FA149B5BF}" presName="compNode" presStyleCnt="0"/>
      <dgm:spPr/>
    </dgm:pt>
    <dgm:pt modelId="{74D39AAB-01F4-4584-AB14-564B4FFDF95B}" type="pres">
      <dgm:prSet presAssocID="{7CEFC825-193A-4365-9E23-AF6FA149B5B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6E0E3FB4-D96B-43A1-8073-B780CFC61ADC}" type="pres">
      <dgm:prSet presAssocID="{7CEFC825-193A-4365-9E23-AF6FA149B5BF}" presName="spaceRect" presStyleCnt="0"/>
      <dgm:spPr/>
    </dgm:pt>
    <dgm:pt modelId="{EC781307-E841-44B1-B39B-7FA45B2AAEA9}" type="pres">
      <dgm:prSet presAssocID="{7CEFC825-193A-4365-9E23-AF6FA149B5BF}" presName="textRect" presStyleLbl="revTx" presStyleIdx="0" presStyleCnt="2">
        <dgm:presLayoutVars>
          <dgm:chMax val="1"/>
          <dgm:chPref val="1"/>
        </dgm:presLayoutVars>
      </dgm:prSet>
      <dgm:spPr/>
    </dgm:pt>
    <dgm:pt modelId="{095AFD54-D5F3-4020-BD67-633238BAD008}" type="pres">
      <dgm:prSet presAssocID="{F2C1B24A-3EF2-443C-8C4B-91EDC5577E6F}" presName="sibTrans" presStyleCnt="0"/>
      <dgm:spPr/>
    </dgm:pt>
    <dgm:pt modelId="{58F24834-4113-493B-8186-9A36B9E9FE32}" type="pres">
      <dgm:prSet presAssocID="{E768F507-2AD3-49DD-AB32-E450687EA3B8}" presName="compNode" presStyleCnt="0"/>
      <dgm:spPr/>
    </dgm:pt>
    <dgm:pt modelId="{47529E6F-2887-4476-9ADC-33BAFB2B11EF}" type="pres">
      <dgm:prSet presAssocID="{E768F507-2AD3-49DD-AB32-E450687EA3B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yramid with Levels"/>
        </a:ext>
      </dgm:extLst>
    </dgm:pt>
    <dgm:pt modelId="{CFC4A216-5F96-44B0-8E05-386F7D2D8809}" type="pres">
      <dgm:prSet presAssocID="{E768F507-2AD3-49DD-AB32-E450687EA3B8}" presName="spaceRect" presStyleCnt="0"/>
      <dgm:spPr/>
    </dgm:pt>
    <dgm:pt modelId="{9E3F689B-9CC5-4C63-9F04-D5A9BE91B334}" type="pres">
      <dgm:prSet presAssocID="{E768F507-2AD3-49DD-AB32-E450687EA3B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8C9DEA0C-E33C-4ABE-9161-B59D4F8A0BBA}" srcId="{3A7C14C4-EB37-4BBB-8921-DA030EC20C6A}" destId="{7CEFC825-193A-4365-9E23-AF6FA149B5BF}" srcOrd="0" destOrd="0" parTransId="{BDAD5BC6-4516-41BA-B1EC-B86C286EE198}" sibTransId="{F2C1B24A-3EF2-443C-8C4B-91EDC5577E6F}"/>
    <dgm:cxn modelId="{B7ADFA5F-D02C-491D-9766-E526789E0568}" type="presOf" srcId="{7CEFC825-193A-4365-9E23-AF6FA149B5BF}" destId="{EC781307-E841-44B1-B39B-7FA45B2AAEA9}" srcOrd="0" destOrd="0" presId="urn:microsoft.com/office/officeart/2018/2/layout/IconLabelList"/>
    <dgm:cxn modelId="{AB314394-6543-4D6D-96B0-5D35D4CC2D6C}" type="presOf" srcId="{E768F507-2AD3-49DD-AB32-E450687EA3B8}" destId="{9E3F689B-9CC5-4C63-9F04-D5A9BE91B334}" srcOrd="0" destOrd="0" presId="urn:microsoft.com/office/officeart/2018/2/layout/IconLabelList"/>
    <dgm:cxn modelId="{EE07B8A1-21B0-4ED6-ABCB-9889EFD2B679}" srcId="{3A7C14C4-EB37-4BBB-8921-DA030EC20C6A}" destId="{E768F507-2AD3-49DD-AB32-E450687EA3B8}" srcOrd="1" destOrd="0" parTransId="{04E2C120-8548-41B2-9671-B75EA50E3A3F}" sibTransId="{BDEB6277-C01C-45F3-A8D7-3F5840A5706D}"/>
    <dgm:cxn modelId="{C4162FBE-8E0A-435D-86C1-29B4998D0ACB}" type="presOf" srcId="{3A7C14C4-EB37-4BBB-8921-DA030EC20C6A}" destId="{9AE0A53E-F322-4BB9-AFA6-EDEE2463C9E1}" srcOrd="0" destOrd="0" presId="urn:microsoft.com/office/officeart/2018/2/layout/IconLabelList"/>
    <dgm:cxn modelId="{61ECBFE5-9D1D-4230-8AFB-82218B3BF190}" type="presParOf" srcId="{9AE0A53E-F322-4BB9-AFA6-EDEE2463C9E1}" destId="{8267AE11-A5EE-4C9D-B728-14C2E3B99F77}" srcOrd="0" destOrd="0" presId="urn:microsoft.com/office/officeart/2018/2/layout/IconLabelList"/>
    <dgm:cxn modelId="{7F8E5C29-0CEB-4C72-8124-DB87AB1E984B}" type="presParOf" srcId="{8267AE11-A5EE-4C9D-B728-14C2E3B99F77}" destId="{74D39AAB-01F4-4584-AB14-564B4FFDF95B}" srcOrd="0" destOrd="0" presId="urn:microsoft.com/office/officeart/2018/2/layout/IconLabelList"/>
    <dgm:cxn modelId="{FDF26E51-03A6-4D34-AF3E-BAF2318273B5}" type="presParOf" srcId="{8267AE11-A5EE-4C9D-B728-14C2E3B99F77}" destId="{6E0E3FB4-D96B-43A1-8073-B780CFC61ADC}" srcOrd="1" destOrd="0" presId="urn:microsoft.com/office/officeart/2018/2/layout/IconLabelList"/>
    <dgm:cxn modelId="{FC7E545A-5DD2-4A28-BBDF-77F8BB9715EE}" type="presParOf" srcId="{8267AE11-A5EE-4C9D-B728-14C2E3B99F77}" destId="{EC781307-E841-44B1-B39B-7FA45B2AAEA9}" srcOrd="2" destOrd="0" presId="urn:microsoft.com/office/officeart/2018/2/layout/IconLabelList"/>
    <dgm:cxn modelId="{39386732-AE6B-4286-8597-554D876F39AD}" type="presParOf" srcId="{9AE0A53E-F322-4BB9-AFA6-EDEE2463C9E1}" destId="{095AFD54-D5F3-4020-BD67-633238BAD008}" srcOrd="1" destOrd="0" presId="urn:microsoft.com/office/officeart/2018/2/layout/IconLabelList"/>
    <dgm:cxn modelId="{B921C267-D062-42FA-9CEF-8DA1DF94112C}" type="presParOf" srcId="{9AE0A53E-F322-4BB9-AFA6-EDEE2463C9E1}" destId="{58F24834-4113-493B-8186-9A36B9E9FE32}" srcOrd="2" destOrd="0" presId="urn:microsoft.com/office/officeart/2018/2/layout/IconLabelList"/>
    <dgm:cxn modelId="{9001592D-8CC1-4122-8C83-288BBE9F4263}" type="presParOf" srcId="{58F24834-4113-493B-8186-9A36B9E9FE32}" destId="{47529E6F-2887-4476-9ADC-33BAFB2B11EF}" srcOrd="0" destOrd="0" presId="urn:microsoft.com/office/officeart/2018/2/layout/IconLabelList"/>
    <dgm:cxn modelId="{59D81765-CDCA-4379-9F39-A58304B6EA3E}" type="presParOf" srcId="{58F24834-4113-493B-8186-9A36B9E9FE32}" destId="{CFC4A216-5F96-44B0-8E05-386F7D2D8809}" srcOrd="1" destOrd="0" presId="urn:microsoft.com/office/officeart/2018/2/layout/IconLabelList"/>
    <dgm:cxn modelId="{42D45575-49D8-4531-83DD-B566F419164C}" type="presParOf" srcId="{58F24834-4113-493B-8186-9A36B9E9FE32}" destId="{9E3F689B-9CC5-4C63-9F04-D5A9BE91B33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C4991E-3A49-485A-92C8-F225F197FE6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EB197F4-0841-40C0-BDD1-529F70E2D445}">
      <dgm:prSet/>
      <dgm:spPr/>
      <dgm:t>
        <a:bodyPr/>
        <a:lstStyle/>
        <a:p>
          <a:r>
            <a:rPr lang="en-US"/>
            <a:t>Use the following links after the system starts:</a:t>
          </a:r>
        </a:p>
      </dgm:t>
    </dgm:pt>
    <dgm:pt modelId="{E53488BF-18AF-446E-AD5C-5F71EE80BBAB}" type="parTrans" cxnId="{EB8B3C63-C234-4953-AC8D-D64487549BF8}">
      <dgm:prSet/>
      <dgm:spPr/>
      <dgm:t>
        <a:bodyPr/>
        <a:lstStyle/>
        <a:p>
          <a:endParaRPr lang="en-US"/>
        </a:p>
      </dgm:t>
    </dgm:pt>
    <dgm:pt modelId="{82066B44-A65A-4E1E-A00D-D2CBCF35F2E2}" type="sibTrans" cxnId="{EB8B3C63-C234-4953-AC8D-D64487549BF8}">
      <dgm:prSet/>
      <dgm:spPr/>
      <dgm:t>
        <a:bodyPr/>
        <a:lstStyle/>
        <a:p>
          <a:endParaRPr lang="en-US"/>
        </a:p>
      </dgm:t>
    </dgm:pt>
    <dgm:pt modelId="{DF4160B6-A8BD-400B-992F-9D2EAA0D66E1}">
      <dgm:prSet/>
      <dgm:spPr/>
      <dgm:t>
        <a:bodyPr/>
        <a:lstStyle/>
        <a:p>
          <a:r>
            <a:rPr lang="en-US"/>
            <a:t>Frontend Dashboard: http://localhost:5173 </a:t>
          </a:r>
        </a:p>
      </dgm:t>
    </dgm:pt>
    <dgm:pt modelId="{F7681088-D44D-49D7-9F4C-5CD9F56EC22A}" type="parTrans" cxnId="{2D63AB7A-C9FC-4310-8F39-CEA8687E8E31}">
      <dgm:prSet/>
      <dgm:spPr/>
      <dgm:t>
        <a:bodyPr/>
        <a:lstStyle/>
        <a:p>
          <a:endParaRPr lang="en-US"/>
        </a:p>
      </dgm:t>
    </dgm:pt>
    <dgm:pt modelId="{AD1D4DC0-8FAB-497E-A4A3-129025ADDA1D}" type="sibTrans" cxnId="{2D63AB7A-C9FC-4310-8F39-CEA8687E8E31}">
      <dgm:prSet/>
      <dgm:spPr/>
      <dgm:t>
        <a:bodyPr/>
        <a:lstStyle/>
        <a:p>
          <a:endParaRPr lang="en-US"/>
        </a:p>
      </dgm:t>
    </dgm:pt>
    <dgm:pt modelId="{5E4947F1-1C20-4A76-8FB6-88DC8C59A8BC}">
      <dgm:prSet/>
      <dgm:spPr/>
      <dgm:t>
        <a:bodyPr/>
        <a:lstStyle/>
        <a:p>
          <a:r>
            <a:rPr lang="en-US"/>
            <a:t>Backend API: http://localhost:8000 </a:t>
          </a:r>
        </a:p>
      </dgm:t>
    </dgm:pt>
    <dgm:pt modelId="{7F83FA74-8486-421A-9403-B5449CA0F4B1}" type="parTrans" cxnId="{D0A51ECC-19CE-4A31-B2A8-EC0ED25DFA76}">
      <dgm:prSet/>
      <dgm:spPr/>
      <dgm:t>
        <a:bodyPr/>
        <a:lstStyle/>
        <a:p>
          <a:endParaRPr lang="en-US"/>
        </a:p>
      </dgm:t>
    </dgm:pt>
    <dgm:pt modelId="{B687F23E-45F4-424C-9D60-EAB4C116648C}" type="sibTrans" cxnId="{D0A51ECC-19CE-4A31-B2A8-EC0ED25DFA76}">
      <dgm:prSet/>
      <dgm:spPr/>
      <dgm:t>
        <a:bodyPr/>
        <a:lstStyle/>
        <a:p>
          <a:endParaRPr lang="en-US"/>
        </a:p>
      </dgm:t>
    </dgm:pt>
    <dgm:pt modelId="{51D2099E-2A56-4330-8427-851DE1BA7D61}">
      <dgm:prSet/>
      <dgm:spPr/>
      <dgm:t>
        <a:bodyPr/>
        <a:lstStyle/>
        <a:p>
          <a:r>
            <a:rPr lang="en-US"/>
            <a:t>Grafana: http://localhost:4000 </a:t>
          </a:r>
        </a:p>
      </dgm:t>
    </dgm:pt>
    <dgm:pt modelId="{03B6325E-BDF6-40AB-B321-89472B4C60F8}" type="parTrans" cxnId="{1C3EEB93-48A0-4298-A216-3308E91AF8E3}">
      <dgm:prSet/>
      <dgm:spPr/>
      <dgm:t>
        <a:bodyPr/>
        <a:lstStyle/>
        <a:p>
          <a:endParaRPr lang="en-US"/>
        </a:p>
      </dgm:t>
    </dgm:pt>
    <dgm:pt modelId="{58C2603D-0BF2-4322-AFC9-B586E5098CC5}" type="sibTrans" cxnId="{1C3EEB93-48A0-4298-A216-3308E91AF8E3}">
      <dgm:prSet/>
      <dgm:spPr/>
      <dgm:t>
        <a:bodyPr/>
        <a:lstStyle/>
        <a:p>
          <a:endParaRPr lang="en-US"/>
        </a:p>
      </dgm:t>
    </dgm:pt>
    <dgm:pt modelId="{067FA24B-697E-4D8F-8414-C7D48AE8312C}">
      <dgm:prSet/>
      <dgm:spPr/>
      <dgm:t>
        <a:bodyPr/>
        <a:lstStyle/>
        <a:p>
          <a:r>
            <a:rPr lang="en-US"/>
            <a:t>Prometheus: http://localhost:9090</a:t>
          </a:r>
        </a:p>
      </dgm:t>
    </dgm:pt>
    <dgm:pt modelId="{C5421731-1F00-4AFA-A2FE-8CBFD5B6A428}" type="parTrans" cxnId="{7BCCFFD5-3A50-49D6-AD8E-0F7D9816498E}">
      <dgm:prSet/>
      <dgm:spPr/>
      <dgm:t>
        <a:bodyPr/>
        <a:lstStyle/>
        <a:p>
          <a:endParaRPr lang="en-US"/>
        </a:p>
      </dgm:t>
    </dgm:pt>
    <dgm:pt modelId="{8C0D5B3B-6D30-425C-98F4-EA4356FCBA21}" type="sibTrans" cxnId="{7BCCFFD5-3A50-49D6-AD8E-0F7D9816498E}">
      <dgm:prSet/>
      <dgm:spPr/>
      <dgm:t>
        <a:bodyPr/>
        <a:lstStyle/>
        <a:p>
          <a:endParaRPr lang="en-US"/>
        </a:p>
      </dgm:t>
    </dgm:pt>
    <dgm:pt modelId="{9FD18D9B-F5C7-4A98-83B8-204C11418A01}" type="pres">
      <dgm:prSet presAssocID="{1BC4991E-3A49-485A-92C8-F225F197FE61}" presName="linear" presStyleCnt="0">
        <dgm:presLayoutVars>
          <dgm:animLvl val="lvl"/>
          <dgm:resizeHandles val="exact"/>
        </dgm:presLayoutVars>
      </dgm:prSet>
      <dgm:spPr/>
    </dgm:pt>
    <dgm:pt modelId="{D41C20D4-81C0-4ED3-B370-E70B9E7FE479}" type="pres">
      <dgm:prSet presAssocID="{EEB197F4-0841-40C0-BDD1-529F70E2D44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C93233B-5D48-4536-B3C3-8085F2BC9798}" type="pres">
      <dgm:prSet presAssocID="{82066B44-A65A-4E1E-A00D-D2CBCF35F2E2}" presName="spacer" presStyleCnt="0"/>
      <dgm:spPr/>
    </dgm:pt>
    <dgm:pt modelId="{BCA57D34-6862-483D-BAC2-C660FC586E04}" type="pres">
      <dgm:prSet presAssocID="{DF4160B6-A8BD-400B-992F-9D2EAA0D66E1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0E35EA3-5560-4121-A410-471F0F1742B9}" type="pres">
      <dgm:prSet presAssocID="{AD1D4DC0-8FAB-497E-A4A3-129025ADDA1D}" presName="spacer" presStyleCnt="0"/>
      <dgm:spPr/>
    </dgm:pt>
    <dgm:pt modelId="{04B8831B-ECD2-4C46-99F1-C1DD8CD4DFE9}" type="pres">
      <dgm:prSet presAssocID="{5E4947F1-1C20-4A76-8FB6-88DC8C59A8B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53693EF-E03D-406B-B2DD-8B32C8468293}" type="pres">
      <dgm:prSet presAssocID="{B687F23E-45F4-424C-9D60-EAB4C116648C}" presName="spacer" presStyleCnt="0"/>
      <dgm:spPr/>
    </dgm:pt>
    <dgm:pt modelId="{329B83C8-60EC-4B68-90C2-53F3F708EA0D}" type="pres">
      <dgm:prSet presAssocID="{51D2099E-2A56-4330-8427-851DE1BA7D61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180238C-84E1-4661-822F-A413E44628EC}" type="pres">
      <dgm:prSet presAssocID="{58C2603D-0BF2-4322-AFC9-B586E5098CC5}" presName="spacer" presStyleCnt="0"/>
      <dgm:spPr/>
    </dgm:pt>
    <dgm:pt modelId="{9AF983BE-D41B-4217-B84E-6AB64C8A7105}" type="pres">
      <dgm:prSet presAssocID="{067FA24B-697E-4D8F-8414-C7D48AE8312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F7888934-552A-4CD6-A31D-D5743936E6B1}" type="presOf" srcId="{067FA24B-697E-4D8F-8414-C7D48AE8312C}" destId="{9AF983BE-D41B-4217-B84E-6AB64C8A7105}" srcOrd="0" destOrd="0" presId="urn:microsoft.com/office/officeart/2005/8/layout/vList2"/>
    <dgm:cxn modelId="{1CE02A35-7016-41AD-BB47-31B976342F7C}" type="presOf" srcId="{EEB197F4-0841-40C0-BDD1-529F70E2D445}" destId="{D41C20D4-81C0-4ED3-B370-E70B9E7FE479}" srcOrd="0" destOrd="0" presId="urn:microsoft.com/office/officeart/2005/8/layout/vList2"/>
    <dgm:cxn modelId="{EB8B3C63-C234-4953-AC8D-D64487549BF8}" srcId="{1BC4991E-3A49-485A-92C8-F225F197FE61}" destId="{EEB197F4-0841-40C0-BDD1-529F70E2D445}" srcOrd="0" destOrd="0" parTransId="{E53488BF-18AF-446E-AD5C-5F71EE80BBAB}" sibTransId="{82066B44-A65A-4E1E-A00D-D2CBCF35F2E2}"/>
    <dgm:cxn modelId="{1D44844F-BE22-487C-B353-2A41B5F4D374}" type="presOf" srcId="{DF4160B6-A8BD-400B-992F-9D2EAA0D66E1}" destId="{BCA57D34-6862-483D-BAC2-C660FC586E04}" srcOrd="0" destOrd="0" presId="urn:microsoft.com/office/officeart/2005/8/layout/vList2"/>
    <dgm:cxn modelId="{2D63AB7A-C9FC-4310-8F39-CEA8687E8E31}" srcId="{1BC4991E-3A49-485A-92C8-F225F197FE61}" destId="{DF4160B6-A8BD-400B-992F-9D2EAA0D66E1}" srcOrd="1" destOrd="0" parTransId="{F7681088-D44D-49D7-9F4C-5CD9F56EC22A}" sibTransId="{AD1D4DC0-8FAB-497E-A4A3-129025ADDA1D}"/>
    <dgm:cxn modelId="{9E035C7E-3655-4F1C-8119-77A8E9DF176C}" type="presOf" srcId="{5E4947F1-1C20-4A76-8FB6-88DC8C59A8BC}" destId="{04B8831B-ECD2-4C46-99F1-C1DD8CD4DFE9}" srcOrd="0" destOrd="0" presId="urn:microsoft.com/office/officeart/2005/8/layout/vList2"/>
    <dgm:cxn modelId="{1C3EEB93-48A0-4298-A216-3308E91AF8E3}" srcId="{1BC4991E-3A49-485A-92C8-F225F197FE61}" destId="{51D2099E-2A56-4330-8427-851DE1BA7D61}" srcOrd="3" destOrd="0" parTransId="{03B6325E-BDF6-40AB-B321-89472B4C60F8}" sibTransId="{58C2603D-0BF2-4322-AFC9-B586E5098CC5}"/>
    <dgm:cxn modelId="{E5FE71B1-9004-4581-AF16-184845B344E5}" type="presOf" srcId="{1BC4991E-3A49-485A-92C8-F225F197FE61}" destId="{9FD18D9B-F5C7-4A98-83B8-204C11418A01}" srcOrd="0" destOrd="0" presId="urn:microsoft.com/office/officeart/2005/8/layout/vList2"/>
    <dgm:cxn modelId="{8998B8C0-76D6-4FFF-BFB3-C8C5CFAC4595}" type="presOf" srcId="{51D2099E-2A56-4330-8427-851DE1BA7D61}" destId="{329B83C8-60EC-4B68-90C2-53F3F708EA0D}" srcOrd="0" destOrd="0" presId="urn:microsoft.com/office/officeart/2005/8/layout/vList2"/>
    <dgm:cxn modelId="{D0A51ECC-19CE-4A31-B2A8-EC0ED25DFA76}" srcId="{1BC4991E-3A49-485A-92C8-F225F197FE61}" destId="{5E4947F1-1C20-4A76-8FB6-88DC8C59A8BC}" srcOrd="2" destOrd="0" parTransId="{7F83FA74-8486-421A-9403-B5449CA0F4B1}" sibTransId="{B687F23E-45F4-424C-9D60-EAB4C116648C}"/>
    <dgm:cxn modelId="{7BCCFFD5-3A50-49D6-AD8E-0F7D9816498E}" srcId="{1BC4991E-3A49-485A-92C8-F225F197FE61}" destId="{067FA24B-697E-4D8F-8414-C7D48AE8312C}" srcOrd="4" destOrd="0" parTransId="{C5421731-1F00-4AFA-A2FE-8CBFD5B6A428}" sibTransId="{8C0D5B3B-6D30-425C-98F4-EA4356FCBA21}"/>
    <dgm:cxn modelId="{0D80EA3E-9CC8-497D-BF24-1EE6526A90D3}" type="presParOf" srcId="{9FD18D9B-F5C7-4A98-83B8-204C11418A01}" destId="{D41C20D4-81C0-4ED3-B370-E70B9E7FE479}" srcOrd="0" destOrd="0" presId="urn:microsoft.com/office/officeart/2005/8/layout/vList2"/>
    <dgm:cxn modelId="{F2EB7E76-D568-423F-A9D4-FA024CFE6BA2}" type="presParOf" srcId="{9FD18D9B-F5C7-4A98-83B8-204C11418A01}" destId="{CC93233B-5D48-4536-B3C3-8085F2BC9798}" srcOrd="1" destOrd="0" presId="urn:microsoft.com/office/officeart/2005/8/layout/vList2"/>
    <dgm:cxn modelId="{7514295C-B7E4-401E-B329-581AB095900D}" type="presParOf" srcId="{9FD18D9B-F5C7-4A98-83B8-204C11418A01}" destId="{BCA57D34-6862-483D-BAC2-C660FC586E04}" srcOrd="2" destOrd="0" presId="urn:microsoft.com/office/officeart/2005/8/layout/vList2"/>
    <dgm:cxn modelId="{3E863482-1DD4-4890-9CD8-5C53EB914A9F}" type="presParOf" srcId="{9FD18D9B-F5C7-4A98-83B8-204C11418A01}" destId="{F0E35EA3-5560-4121-A410-471F0F1742B9}" srcOrd="3" destOrd="0" presId="urn:microsoft.com/office/officeart/2005/8/layout/vList2"/>
    <dgm:cxn modelId="{A396D89D-7CB0-4988-8B23-0C0B4CFD9EEF}" type="presParOf" srcId="{9FD18D9B-F5C7-4A98-83B8-204C11418A01}" destId="{04B8831B-ECD2-4C46-99F1-C1DD8CD4DFE9}" srcOrd="4" destOrd="0" presId="urn:microsoft.com/office/officeart/2005/8/layout/vList2"/>
    <dgm:cxn modelId="{E2293315-ADD8-48A6-A135-CFC2675A8520}" type="presParOf" srcId="{9FD18D9B-F5C7-4A98-83B8-204C11418A01}" destId="{653693EF-E03D-406B-B2DD-8B32C8468293}" srcOrd="5" destOrd="0" presId="urn:microsoft.com/office/officeart/2005/8/layout/vList2"/>
    <dgm:cxn modelId="{B0ED95E8-590A-4706-B8F9-C6402095A638}" type="presParOf" srcId="{9FD18D9B-F5C7-4A98-83B8-204C11418A01}" destId="{329B83C8-60EC-4B68-90C2-53F3F708EA0D}" srcOrd="6" destOrd="0" presId="urn:microsoft.com/office/officeart/2005/8/layout/vList2"/>
    <dgm:cxn modelId="{964C32E2-707A-4636-9102-D80360A93DBD}" type="presParOf" srcId="{9FD18D9B-F5C7-4A98-83B8-204C11418A01}" destId="{E180238C-84E1-4661-822F-A413E44628EC}" srcOrd="7" destOrd="0" presId="urn:microsoft.com/office/officeart/2005/8/layout/vList2"/>
    <dgm:cxn modelId="{3B34DDB8-3C54-4F12-8AF3-39F7E4F3ED5B}" type="presParOf" srcId="{9FD18D9B-F5C7-4A98-83B8-204C11418A01}" destId="{9AF983BE-D41B-4217-B84E-6AB64C8A710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251A812-0F0D-42A5-B4E1-B05777F70414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246EB9-71C5-4809-9172-9C22CBD8BC49}">
      <dgm:prSet/>
      <dgm:spPr/>
      <dgm:t>
        <a:bodyPr/>
        <a:lstStyle/>
        <a:p>
          <a:r>
            <a:rPr lang="en-US" b="0" i="0" baseline="0"/>
            <a:t>Load the Docker images first </a:t>
          </a:r>
          <a:endParaRPr lang="en-US"/>
        </a:p>
      </dgm:t>
    </dgm:pt>
    <dgm:pt modelId="{3D363151-B0E2-44CF-A76B-08D5437CAEE6}" type="parTrans" cxnId="{00D353D0-0D4C-4AF5-9CAC-BCA8738E94EC}">
      <dgm:prSet/>
      <dgm:spPr/>
      <dgm:t>
        <a:bodyPr/>
        <a:lstStyle/>
        <a:p>
          <a:endParaRPr lang="en-US"/>
        </a:p>
      </dgm:t>
    </dgm:pt>
    <dgm:pt modelId="{80D906C4-C6C4-4D19-9B2C-8C6F87B44AB5}" type="sibTrans" cxnId="{00D353D0-0D4C-4AF5-9CAC-BCA8738E94E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1351319-53C7-41F7-A898-21CCEA2B5EB8}">
      <dgm:prSet/>
      <dgm:spPr/>
      <dgm:t>
        <a:bodyPr/>
        <a:lstStyle/>
        <a:p>
          <a:r>
            <a:rPr lang="en-US" b="0" i="0" baseline="0"/>
            <a:t>Start the dashboard services </a:t>
          </a:r>
          <a:endParaRPr lang="en-US"/>
        </a:p>
      </dgm:t>
    </dgm:pt>
    <dgm:pt modelId="{DD06F5E9-C199-4DDD-8EEC-315526775AAE}" type="parTrans" cxnId="{A8231AD3-36DA-4392-8058-A47C63B2EFD0}">
      <dgm:prSet/>
      <dgm:spPr/>
      <dgm:t>
        <a:bodyPr/>
        <a:lstStyle/>
        <a:p>
          <a:endParaRPr lang="en-US"/>
        </a:p>
      </dgm:t>
    </dgm:pt>
    <dgm:pt modelId="{76027E98-10FE-4953-8B90-619E9748259D}" type="sibTrans" cxnId="{A8231AD3-36DA-4392-8058-A47C63B2EFD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EEBFB1F9-0E44-4039-9651-076868036077}">
      <dgm:prSet/>
      <dgm:spPr/>
      <dgm:t>
        <a:bodyPr/>
        <a:lstStyle/>
        <a:p>
          <a:r>
            <a:rPr lang="en-US" b="0" i="0" baseline="0"/>
            <a:t>Open the system using the provided links </a:t>
          </a:r>
          <a:endParaRPr lang="en-US"/>
        </a:p>
      </dgm:t>
    </dgm:pt>
    <dgm:pt modelId="{7A79E8C8-AE5F-4894-8CDA-028F17510461}" type="parTrans" cxnId="{9197CFA6-5051-4189-AFBC-A5CBC4166049}">
      <dgm:prSet/>
      <dgm:spPr/>
      <dgm:t>
        <a:bodyPr/>
        <a:lstStyle/>
        <a:p>
          <a:endParaRPr lang="en-US"/>
        </a:p>
      </dgm:t>
    </dgm:pt>
    <dgm:pt modelId="{9712F50E-C32A-4A21-B0D0-0ADA664EC9DD}" type="sibTrans" cxnId="{9197CFA6-5051-4189-AFBC-A5CBC416604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885B2A7-BC85-414A-9B18-A07680D81B07}">
      <dgm:prSet/>
      <dgm:spPr/>
      <dgm:t>
        <a:bodyPr/>
        <a:lstStyle/>
        <a:p>
          <a:r>
            <a:rPr lang="en-US" b="0" i="0" baseline="0"/>
            <a:t>Use the correct login account for access </a:t>
          </a:r>
          <a:endParaRPr lang="en-US"/>
        </a:p>
      </dgm:t>
    </dgm:pt>
    <dgm:pt modelId="{8EA638C9-112E-4F47-8B97-A263FBCC998B}" type="parTrans" cxnId="{2C1778D2-9C16-4767-AB4C-C9BB96895AFB}">
      <dgm:prSet/>
      <dgm:spPr/>
      <dgm:t>
        <a:bodyPr/>
        <a:lstStyle/>
        <a:p>
          <a:endParaRPr lang="en-US"/>
        </a:p>
      </dgm:t>
    </dgm:pt>
    <dgm:pt modelId="{8941D361-6081-4B61-BFB2-FE0DE5516C0B}" type="sibTrans" cxnId="{2C1778D2-9C16-4767-AB4C-C9BB96895AF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C3840E07-2DBA-4A87-832D-76AC79E85318}">
      <dgm:prSet/>
      <dgm:spPr/>
      <dgm:t>
        <a:bodyPr/>
        <a:lstStyle/>
        <a:p>
          <a:r>
            <a:rPr lang="en-US" b="0" i="0" baseline="0"/>
            <a:t>Keep the provided files for future setup and reference </a:t>
          </a:r>
          <a:endParaRPr lang="en-US"/>
        </a:p>
      </dgm:t>
    </dgm:pt>
    <dgm:pt modelId="{0F75ED06-DF10-4B67-A0CC-69CD07B0D636}" type="parTrans" cxnId="{25320B2C-FC27-4B30-9A3C-B758975667D5}">
      <dgm:prSet/>
      <dgm:spPr/>
      <dgm:t>
        <a:bodyPr/>
        <a:lstStyle/>
        <a:p>
          <a:endParaRPr lang="en-US"/>
        </a:p>
      </dgm:t>
    </dgm:pt>
    <dgm:pt modelId="{12992B7C-7EF6-4A10-812B-6022A4336135}" type="sibTrans" cxnId="{25320B2C-FC27-4B30-9A3C-B758975667D5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225113F-8004-4D90-8480-6A999145AC90}" type="pres">
      <dgm:prSet presAssocID="{A251A812-0F0D-42A5-B4E1-B05777F70414}" presName="Name0" presStyleCnt="0">
        <dgm:presLayoutVars>
          <dgm:animLvl val="lvl"/>
          <dgm:resizeHandles val="exact"/>
        </dgm:presLayoutVars>
      </dgm:prSet>
      <dgm:spPr/>
    </dgm:pt>
    <dgm:pt modelId="{274CCD2C-1780-4B48-894B-BBB9D42F40E6}" type="pres">
      <dgm:prSet presAssocID="{09246EB9-71C5-4809-9172-9C22CBD8BC49}" presName="compositeNode" presStyleCnt="0">
        <dgm:presLayoutVars>
          <dgm:bulletEnabled val="1"/>
        </dgm:presLayoutVars>
      </dgm:prSet>
      <dgm:spPr/>
    </dgm:pt>
    <dgm:pt modelId="{1FDE9964-77A4-401B-855F-6C4D80389837}" type="pres">
      <dgm:prSet presAssocID="{09246EB9-71C5-4809-9172-9C22CBD8BC49}" presName="bgRect" presStyleLbl="bgAccFollowNode1" presStyleIdx="0" presStyleCnt="5"/>
      <dgm:spPr/>
    </dgm:pt>
    <dgm:pt modelId="{96B1588B-DC7D-4509-8171-27A607D61262}" type="pres">
      <dgm:prSet presAssocID="{80D906C4-C6C4-4D19-9B2C-8C6F87B44AB5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C289062F-3007-4111-9B53-D6EA67FCF53B}" type="pres">
      <dgm:prSet presAssocID="{09246EB9-71C5-4809-9172-9C22CBD8BC49}" presName="bottomLine" presStyleLbl="alignNode1" presStyleIdx="1" presStyleCnt="10">
        <dgm:presLayoutVars/>
      </dgm:prSet>
      <dgm:spPr/>
    </dgm:pt>
    <dgm:pt modelId="{C136FEBD-95ED-48E8-A64A-5902286865B0}" type="pres">
      <dgm:prSet presAssocID="{09246EB9-71C5-4809-9172-9C22CBD8BC49}" presName="nodeText" presStyleLbl="bgAccFollowNode1" presStyleIdx="0" presStyleCnt="5">
        <dgm:presLayoutVars>
          <dgm:bulletEnabled val="1"/>
        </dgm:presLayoutVars>
      </dgm:prSet>
      <dgm:spPr/>
    </dgm:pt>
    <dgm:pt modelId="{424653E4-6D6E-474E-B45E-9A095BF40BDA}" type="pres">
      <dgm:prSet presAssocID="{80D906C4-C6C4-4D19-9B2C-8C6F87B44AB5}" presName="sibTrans" presStyleCnt="0"/>
      <dgm:spPr/>
    </dgm:pt>
    <dgm:pt modelId="{6B6A895C-14FC-471D-AB69-5A6138B2D8F8}" type="pres">
      <dgm:prSet presAssocID="{91351319-53C7-41F7-A898-21CCEA2B5EB8}" presName="compositeNode" presStyleCnt="0">
        <dgm:presLayoutVars>
          <dgm:bulletEnabled val="1"/>
        </dgm:presLayoutVars>
      </dgm:prSet>
      <dgm:spPr/>
    </dgm:pt>
    <dgm:pt modelId="{11D411D7-56C8-4EA9-9CE4-5BD82B29A146}" type="pres">
      <dgm:prSet presAssocID="{91351319-53C7-41F7-A898-21CCEA2B5EB8}" presName="bgRect" presStyleLbl="bgAccFollowNode1" presStyleIdx="1" presStyleCnt="5"/>
      <dgm:spPr/>
    </dgm:pt>
    <dgm:pt modelId="{5D046C96-3C10-41E2-BA9D-CC9C14754F01}" type="pres">
      <dgm:prSet presAssocID="{76027E98-10FE-4953-8B90-619E9748259D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39D835A9-28F9-4B6D-88E3-8143705FB075}" type="pres">
      <dgm:prSet presAssocID="{91351319-53C7-41F7-A898-21CCEA2B5EB8}" presName="bottomLine" presStyleLbl="alignNode1" presStyleIdx="3" presStyleCnt="10">
        <dgm:presLayoutVars/>
      </dgm:prSet>
      <dgm:spPr/>
    </dgm:pt>
    <dgm:pt modelId="{4E8B73DF-FF64-4FA5-963B-59014BF35CFB}" type="pres">
      <dgm:prSet presAssocID="{91351319-53C7-41F7-A898-21CCEA2B5EB8}" presName="nodeText" presStyleLbl="bgAccFollowNode1" presStyleIdx="1" presStyleCnt="5">
        <dgm:presLayoutVars>
          <dgm:bulletEnabled val="1"/>
        </dgm:presLayoutVars>
      </dgm:prSet>
      <dgm:spPr/>
    </dgm:pt>
    <dgm:pt modelId="{47FE869F-A401-494F-A7BF-92E0486A630A}" type="pres">
      <dgm:prSet presAssocID="{76027E98-10FE-4953-8B90-619E9748259D}" presName="sibTrans" presStyleCnt="0"/>
      <dgm:spPr/>
    </dgm:pt>
    <dgm:pt modelId="{6FE72AA2-63E9-481F-90D0-4DEDB07BE26B}" type="pres">
      <dgm:prSet presAssocID="{EEBFB1F9-0E44-4039-9651-076868036077}" presName="compositeNode" presStyleCnt="0">
        <dgm:presLayoutVars>
          <dgm:bulletEnabled val="1"/>
        </dgm:presLayoutVars>
      </dgm:prSet>
      <dgm:spPr/>
    </dgm:pt>
    <dgm:pt modelId="{D546EB97-392B-4C25-9B09-ECAE9661AC3D}" type="pres">
      <dgm:prSet presAssocID="{EEBFB1F9-0E44-4039-9651-076868036077}" presName="bgRect" presStyleLbl="bgAccFollowNode1" presStyleIdx="2" presStyleCnt="5"/>
      <dgm:spPr/>
    </dgm:pt>
    <dgm:pt modelId="{EEB7A794-A8DB-424C-AC20-59463529A1DF}" type="pres">
      <dgm:prSet presAssocID="{9712F50E-C32A-4A21-B0D0-0ADA664EC9DD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4745127E-00AB-40D5-B5EB-458452E72F49}" type="pres">
      <dgm:prSet presAssocID="{EEBFB1F9-0E44-4039-9651-076868036077}" presName="bottomLine" presStyleLbl="alignNode1" presStyleIdx="5" presStyleCnt="10">
        <dgm:presLayoutVars/>
      </dgm:prSet>
      <dgm:spPr/>
    </dgm:pt>
    <dgm:pt modelId="{0710F89F-A9EA-42F7-9818-BED4B4D6275E}" type="pres">
      <dgm:prSet presAssocID="{EEBFB1F9-0E44-4039-9651-076868036077}" presName="nodeText" presStyleLbl="bgAccFollowNode1" presStyleIdx="2" presStyleCnt="5">
        <dgm:presLayoutVars>
          <dgm:bulletEnabled val="1"/>
        </dgm:presLayoutVars>
      </dgm:prSet>
      <dgm:spPr/>
    </dgm:pt>
    <dgm:pt modelId="{4372AB67-1960-431E-A462-E298D791137F}" type="pres">
      <dgm:prSet presAssocID="{9712F50E-C32A-4A21-B0D0-0ADA664EC9DD}" presName="sibTrans" presStyleCnt="0"/>
      <dgm:spPr/>
    </dgm:pt>
    <dgm:pt modelId="{BE1CBBB4-87E8-45A7-8235-8F3CC050BDCA}" type="pres">
      <dgm:prSet presAssocID="{9885B2A7-BC85-414A-9B18-A07680D81B07}" presName="compositeNode" presStyleCnt="0">
        <dgm:presLayoutVars>
          <dgm:bulletEnabled val="1"/>
        </dgm:presLayoutVars>
      </dgm:prSet>
      <dgm:spPr/>
    </dgm:pt>
    <dgm:pt modelId="{11652EE3-ED6A-4734-AB94-7740FFB7B800}" type="pres">
      <dgm:prSet presAssocID="{9885B2A7-BC85-414A-9B18-A07680D81B07}" presName="bgRect" presStyleLbl="bgAccFollowNode1" presStyleIdx="3" presStyleCnt="5"/>
      <dgm:spPr/>
    </dgm:pt>
    <dgm:pt modelId="{9F9CBAF4-F96E-4A42-8204-693D0B8CEDC6}" type="pres">
      <dgm:prSet presAssocID="{8941D361-6081-4B61-BFB2-FE0DE5516C0B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2B6FFEE4-CD70-4124-BF69-DFFC30E4432D}" type="pres">
      <dgm:prSet presAssocID="{9885B2A7-BC85-414A-9B18-A07680D81B07}" presName="bottomLine" presStyleLbl="alignNode1" presStyleIdx="7" presStyleCnt="10">
        <dgm:presLayoutVars/>
      </dgm:prSet>
      <dgm:spPr/>
    </dgm:pt>
    <dgm:pt modelId="{7363D7EC-5F4F-4AD8-85DE-45363E29D782}" type="pres">
      <dgm:prSet presAssocID="{9885B2A7-BC85-414A-9B18-A07680D81B07}" presName="nodeText" presStyleLbl="bgAccFollowNode1" presStyleIdx="3" presStyleCnt="5">
        <dgm:presLayoutVars>
          <dgm:bulletEnabled val="1"/>
        </dgm:presLayoutVars>
      </dgm:prSet>
      <dgm:spPr/>
    </dgm:pt>
    <dgm:pt modelId="{3E272011-D3CF-42C7-92A7-C999644845BA}" type="pres">
      <dgm:prSet presAssocID="{8941D361-6081-4B61-BFB2-FE0DE5516C0B}" presName="sibTrans" presStyleCnt="0"/>
      <dgm:spPr/>
    </dgm:pt>
    <dgm:pt modelId="{2EA4DE8E-0C54-4183-80A8-84F1448ED604}" type="pres">
      <dgm:prSet presAssocID="{C3840E07-2DBA-4A87-832D-76AC79E85318}" presName="compositeNode" presStyleCnt="0">
        <dgm:presLayoutVars>
          <dgm:bulletEnabled val="1"/>
        </dgm:presLayoutVars>
      </dgm:prSet>
      <dgm:spPr/>
    </dgm:pt>
    <dgm:pt modelId="{8398C3D1-A821-4198-850E-20A79D6EA5F4}" type="pres">
      <dgm:prSet presAssocID="{C3840E07-2DBA-4A87-832D-76AC79E85318}" presName="bgRect" presStyleLbl="bgAccFollowNode1" presStyleIdx="4" presStyleCnt="5"/>
      <dgm:spPr/>
    </dgm:pt>
    <dgm:pt modelId="{A7C84FC0-E6D4-4B2C-8EA3-BF91900627F1}" type="pres">
      <dgm:prSet presAssocID="{12992B7C-7EF6-4A10-812B-6022A4336135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CA505405-10CD-4B66-9395-8A6D5AC4CCD7}" type="pres">
      <dgm:prSet presAssocID="{C3840E07-2DBA-4A87-832D-76AC79E85318}" presName="bottomLine" presStyleLbl="alignNode1" presStyleIdx="9" presStyleCnt="10">
        <dgm:presLayoutVars/>
      </dgm:prSet>
      <dgm:spPr/>
    </dgm:pt>
    <dgm:pt modelId="{A2F2E482-B9FE-4D6F-8A0C-C34A6CA9E099}" type="pres">
      <dgm:prSet presAssocID="{C3840E07-2DBA-4A87-832D-76AC79E85318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00897A03-0562-4EBC-9AFD-ACA7EB3FE878}" type="presOf" srcId="{91351319-53C7-41F7-A898-21CCEA2B5EB8}" destId="{11D411D7-56C8-4EA9-9CE4-5BD82B29A146}" srcOrd="0" destOrd="0" presId="urn:microsoft.com/office/officeart/2016/7/layout/BasicLinearProcessNumbered"/>
    <dgm:cxn modelId="{F226BF06-9856-4EFB-BA0F-69D0B637D7A0}" type="presOf" srcId="{C3840E07-2DBA-4A87-832D-76AC79E85318}" destId="{A2F2E482-B9FE-4D6F-8A0C-C34A6CA9E099}" srcOrd="1" destOrd="0" presId="urn:microsoft.com/office/officeart/2016/7/layout/BasicLinearProcessNumbered"/>
    <dgm:cxn modelId="{6B0D300C-DB8B-4E1E-8010-6A5568BA0D99}" type="presOf" srcId="{EEBFB1F9-0E44-4039-9651-076868036077}" destId="{D546EB97-392B-4C25-9B09-ECAE9661AC3D}" srcOrd="0" destOrd="0" presId="urn:microsoft.com/office/officeart/2016/7/layout/BasicLinearProcessNumbered"/>
    <dgm:cxn modelId="{D48D271F-33F6-4466-A75C-C96280F0F406}" type="presOf" srcId="{91351319-53C7-41F7-A898-21CCEA2B5EB8}" destId="{4E8B73DF-FF64-4FA5-963B-59014BF35CFB}" srcOrd="1" destOrd="0" presId="urn:microsoft.com/office/officeart/2016/7/layout/BasicLinearProcessNumbered"/>
    <dgm:cxn modelId="{42696426-B52B-4ADD-BFB1-A1D43F3414AD}" type="presOf" srcId="{09246EB9-71C5-4809-9172-9C22CBD8BC49}" destId="{C136FEBD-95ED-48E8-A64A-5902286865B0}" srcOrd="1" destOrd="0" presId="urn:microsoft.com/office/officeart/2016/7/layout/BasicLinearProcessNumbered"/>
    <dgm:cxn modelId="{25320B2C-FC27-4B30-9A3C-B758975667D5}" srcId="{A251A812-0F0D-42A5-B4E1-B05777F70414}" destId="{C3840E07-2DBA-4A87-832D-76AC79E85318}" srcOrd="4" destOrd="0" parTransId="{0F75ED06-DF10-4B67-A0CC-69CD07B0D636}" sibTransId="{12992B7C-7EF6-4A10-812B-6022A4336135}"/>
    <dgm:cxn modelId="{CBC9932C-D6F8-4BD7-82AE-11A31E81A59C}" type="presOf" srcId="{80D906C4-C6C4-4D19-9B2C-8C6F87B44AB5}" destId="{96B1588B-DC7D-4509-8171-27A607D61262}" srcOrd="0" destOrd="0" presId="urn:microsoft.com/office/officeart/2016/7/layout/BasicLinearProcessNumbered"/>
    <dgm:cxn modelId="{8D78423E-20D8-463E-BE96-A9BD6B38B4FB}" type="presOf" srcId="{76027E98-10FE-4953-8B90-619E9748259D}" destId="{5D046C96-3C10-41E2-BA9D-CC9C14754F01}" srcOrd="0" destOrd="0" presId="urn:microsoft.com/office/officeart/2016/7/layout/BasicLinearProcessNumbered"/>
    <dgm:cxn modelId="{B79AFA43-0C70-463C-A79C-F4EA2435C80D}" type="presOf" srcId="{9885B2A7-BC85-414A-9B18-A07680D81B07}" destId="{11652EE3-ED6A-4734-AB94-7740FFB7B800}" srcOrd="0" destOrd="0" presId="urn:microsoft.com/office/officeart/2016/7/layout/BasicLinearProcessNumbered"/>
    <dgm:cxn modelId="{26979165-C07F-4E9E-8AE2-45B255502200}" type="presOf" srcId="{EEBFB1F9-0E44-4039-9651-076868036077}" destId="{0710F89F-A9EA-42F7-9818-BED4B4D6275E}" srcOrd="1" destOrd="0" presId="urn:microsoft.com/office/officeart/2016/7/layout/BasicLinearProcessNumbered"/>
    <dgm:cxn modelId="{1AF9AD47-CED3-4112-BFD6-A86C47C5BA3A}" type="presOf" srcId="{12992B7C-7EF6-4A10-812B-6022A4336135}" destId="{A7C84FC0-E6D4-4B2C-8EA3-BF91900627F1}" srcOrd="0" destOrd="0" presId="urn:microsoft.com/office/officeart/2016/7/layout/BasicLinearProcessNumbered"/>
    <dgm:cxn modelId="{0C43E896-05C2-4A2E-A654-44033FC652E9}" type="presOf" srcId="{A251A812-0F0D-42A5-B4E1-B05777F70414}" destId="{5225113F-8004-4D90-8480-6A999145AC90}" srcOrd="0" destOrd="0" presId="urn:microsoft.com/office/officeart/2016/7/layout/BasicLinearProcessNumbered"/>
    <dgm:cxn modelId="{CCDB669F-CB6F-4867-BF58-99F83D360317}" type="presOf" srcId="{9885B2A7-BC85-414A-9B18-A07680D81B07}" destId="{7363D7EC-5F4F-4AD8-85DE-45363E29D782}" srcOrd="1" destOrd="0" presId="urn:microsoft.com/office/officeart/2016/7/layout/BasicLinearProcessNumbered"/>
    <dgm:cxn modelId="{9197CFA6-5051-4189-AFBC-A5CBC4166049}" srcId="{A251A812-0F0D-42A5-B4E1-B05777F70414}" destId="{EEBFB1F9-0E44-4039-9651-076868036077}" srcOrd="2" destOrd="0" parTransId="{7A79E8C8-AE5F-4894-8CDA-028F17510461}" sibTransId="{9712F50E-C32A-4A21-B0D0-0ADA664EC9DD}"/>
    <dgm:cxn modelId="{CB658AAE-F0D5-49AD-BB39-CAE0DCA7DDA6}" type="presOf" srcId="{9712F50E-C32A-4A21-B0D0-0ADA664EC9DD}" destId="{EEB7A794-A8DB-424C-AC20-59463529A1DF}" srcOrd="0" destOrd="0" presId="urn:microsoft.com/office/officeart/2016/7/layout/BasicLinearProcessNumbered"/>
    <dgm:cxn modelId="{FA6FFEBD-16CD-49D4-ACCC-D827748DA8F7}" type="presOf" srcId="{8941D361-6081-4B61-BFB2-FE0DE5516C0B}" destId="{9F9CBAF4-F96E-4A42-8204-693D0B8CEDC6}" srcOrd="0" destOrd="0" presId="urn:microsoft.com/office/officeart/2016/7/layout/BasicLinearProcessNumbered"/>
    <dgm:cxn modelId="{00D353D0-0D4C-4AF5-9CAC-BCA8738E94EC}" srcId="{A251A812-0F0D-42A5-B4E1-B05777F70414}" destId="{09246EB9-71C5-4809-9172-9C22CBD8BC49}" srcOrd="0" destOrd="0" parTransId="{3D363151-B0E2-44CF-A76B-08D5437CAEE6}" sibTransId="{80D906C4-C6C4-4D19-9B2C-8C6F87B44AB5}"/>
    <dgm:cxn modelId="{2C1778D2-9C16-4767-AB4C-C9BB96895AFB}" srcId="{A251A812-0F0D-42A5-B4E1-B05777F70414}" destId="{9885B2A7-BC85-414A-9B18-A07680D81B07}" srcOrd="3" destOrd="0" parTransId="{8EA638C9-112E-4F47-8B97-A263FBCC998B}" sibTransId="{8941D361-6081-4B61-BFB2-FE0DE5516C0B}"/>
    <dgm:cxn modelId="{A8231AD3-36DA-4392-8058-A47C63B2EFD0}" srcId="{A251A812-0F0D-42A5-B4E1-B05777F70414}" destId="{91351319-53C7-41F7-A898-21CCEA2B5EB8}" srcOrd="1" destOrd="0" parTransId="{DD06F5E9-C199-4DDD-8EEC-315526775AAE}" sibTransId="{76027E98-10FE-4953-8B90-619E9748259D}"/>
    <dgm:cxn modelId="{2CBA34D8-4446-415C-9859-18EA4788EA6A}" type="presOf" srcId="{C3840E07-2DBA-4A87-832D-76AC79E85318}" destId="{8398C3D1-A821-4198-850E-20A79D6EA5F4}" srcOrd="0" destOrd="0" presId="urn:microsoft.com/office/officeart/2016/7/layout/BasicLinearProcessNumbered"/>
    <dgm:cxn modelId="{B27D35E6-5572-4CB8-AD2D-788CE6B0EC6A}" type="presOf" srcId="{09246EB9-71C5-4809-9172-9C22CBD8BC49}" destId="{1FDE9964-77A4-401B-855F-6C4D80389837}" srcOrd="0" destOrd="0" presId="urn:microsoft.com/office/officeart/2016/7/layout/BasicLinearProcessNumbered"/>
    <dgm:cxn modelId="{7E2A7F74-D0B8-44C0-A8CC-BE53FB9063C7}" type="presParOf" srcId="{5225113F-8004-4D90-8480-6A999145AC90}" destId="{274CCD2C-1780-4B48-894B-BBB9D42F40E6}" srcOrd="0" destOrd="0" presId="urn:microsoft.com/office/officeart/2016/7/layout/BasicLinearProcessNumbered"/>
    <dgm:cxn modelId="{48F3A415-7879-460E-A974-F2E3A46FF611}" type="presParOf" srcId="{274CCD2C-1780-4B48-894B-BBB9D42F40E6}" destId="{1FDE9964-77A4-401B-855F-6C4D80389837}" srcOrd="0" destOrd="0" presId="urn:microsoft.com/office/officeart/2016/7/layout/BasicLinearProcessNumbered"/>
    <dgm:cxn modelId="{388A773D-CA06-48F6-85C9-B348E0E36F2A}" type="presParOf" srcId="{274CCD2C-1780-4B48-894B-BBB9D42F40E6}" destId="{96B1588B-DC7D-4509-8171-27A607D61262}" srcOrd="1" destOrd="0" presId="urn:microsoft.com/office/officeart/2016/7/layout/BasicLinearProcessNumbered"/>
    <dgm:cxn modelId="{2CC5B097-F668-4076-8839-8CF7A754CD07}" type="presParOf" srcId="{274CCD2C-1780-4B48-894B-BBB9D42F40E6}" destId="{C289062F-3007-4111-9B53-D6EA67FCF53B}" srcOrd="2" destOrd="0" presId="urn:microsoft.com/office/officeart/2016/7/layout/BasicLinearProcessNumbered"/>
    <dgm:cxn modelId="{70845294-CAF0-453A-AF7B-16F818D78229}" type="presParOf" srcId="{274CCD2C-1780-4B48-894B-BBB9D42F40E6}" destId="{C136FEBD-95ED-48E8-A64A-5902286865B0}" srcOrd="3" destOrd="0" presId="urn:microsoft.com/office/officeart/2016/7/layout/BasicLinearProcessNumbered"/>
    <dgm:cxn modelId="{CCA31A0A-063D-4078-AEF9-2750A8345509}" type="presParOf" srcId="{5225113F-8004-4D90-8480-6A999145AC90}" destId="{424653E4-6D6E-474E-B45E-9A095BF40BDA}" srcOrd="1" destOrd="0" presId="urn:microsoft.com/office/officeart/2016/7/layout/BasicLinearProcessNumbered"/>
    <dgm:cxn modelId="{1494AD4C-981A-487F-A92A-C36D791C52B4}" type="presParOf" srcId="{5225113F-8004-4D90-8480-6A999145AC90}" destId="{6B6A895C-14FC-471D-AB69-5A6138B2D8F8}" srcOrd="2" destOrd="0" presId="urn:microsoft.com/office/officeart/2016/7/layout/BasicLinearProcessNumbered"/>
    <dgm:cxn modelId="{BAC0AC58-EFB0-4F47-BA67-C1F359E80A73}" type="presParOf" srcId="{6B6A895C-14FC-471D-AB69-5A6138B2D8F8}" destId="{11D411D7-56C8-4EA9-9CE4-5BD82B29A146}" srcOrd="0" destOrd="0" presId="urn:microsoft.com/office/officeart/2016/7/layout/BasicLinearProcessNumbered"/>
    <dgm:cxn modelId="{F2746D68-F787-43E6-8187-7C5A82F8A86B}" type="presParOf" srcId="{6B6A895C-14FC-471D-AB69-5A6138B2D8F8}" destId="{5D046C96-3C10-41E2-BA9D-CC9C14754F01}" srcOrd="1" destOrd="0" presId="urn:microsoft.com/office/officeart/2016/7/layout/BasicLinearProcessNumbered"/>
    <dgm:cxn modelId="{16845B3B-A17B-49BD-948D-0B7345FFEC98}" type="presParOf" srcId="{6B6A895C-14FC-471D-AB69-5A6138B2D8F8}" destId="{39D835A9-28F9-4B6D-88E3-8143705FB075}" srcOrd="2" destOrd="0" presId="urn:microsoft.com/office/officeart/2016/7/layout/BasicLinearProcessNumbered"/>
    <dgm:cxn modelId="{44D0274B-425E-4960-8C39-64876DF392C7}" type="presParOf" srcId="{6B6A895C-14FC-471D-AB69-5A6138B2D8F8}" destId="{4E8B73DF-FF64-4FA5-963B-59014BF35CFB}" srcOrd="3" destOrd="0" presId="urn:microsoft.com/office/officeart/2016/7/layout/BasicLinearProcessNumbered"/>
    <dgm:cxn modelId="{81784D67-834D-46E6-96B4-BFE46F9109FE}" type="presParOf" srcId="{5225113F-8004-4D90-8480-6A999145AC90}" destId="{47FE869F-A401-494F-A7BF-92E0486A630A}" srcOrd="3" destOrd="0" presId="urn:microsoft.com/office/officeart/2016/7/layout/BasicLinearProcessNumbered"/>
    <dgm:cxn modelId="{C3C0448A-9482-4F8E-9EBD-CBCDDA09EBC9}" type="presParOf" srcId="{5225113F-8004-4D90-8480-6A999145AC90}" destId="{6FE72AA2-63E9-481F-90D0-4DEDB07BE26B}" srcOrd="4" destOrd="0" presId="urn:microsoft.com/office/officeart/2016/7/layout/BasicLinearProcessNumbered"/>
    <dgm:cxn modelId="{796787C1-EFCB-4E09-953C-CE4576823730}" type="presParOf" srcId="{6FE72AA2-63E9-481F-90D0-4DEDB07BE26B}" destId="{D546EB97-392B-4C25-9B09-ECAE9661AC3D}" srcOrd="0" destOrd="0" presId="urn:microsoft.com/office/officeart/2016/7/layout/BasicLinearProcessNumbered"/>
    <dgm:cxn modelId="{75C9EE03-5EFF-439D-AFC1-86362698C161}" type="presParOf" srcId="{6FE72AA2-63E9-481F-90D0-4DEDB07BE26B}" destId="{EEB7A794-A8DB-424C-AC20-59463529A1DF}" srcOrd="1" destOrd="0" presId="urn:microsoft.com/office/officeart/2016/7/layout/BasicLinearProcessNumbered"/>
    <dgm:cxn modelId="{7D3E1414-1296-4C6E-813F-9C9C5BAD8E28}" type="presParOf" srcId="{6FE72AA2-63E9-481F-90D0-4DEDB07BE26B}" destId="{4745127E-00AB-40D5-B5EB-458452E72F49}" srcOrd="2" destOrd="0" presId="urn:microsoft.com/office/officeart/2016/7/layout/BasicLinearProcessNumbered"/>
    <dgm:cxn modelId="{6535016E-304F-411C-B6D9-46AC6467EBD9}" type="presParOf" srcId="{6FE72AA2-63E9-481F-90D0-4DEDB07BE26B}" destId="{0710F89F-A9EA-42F7-9818-BED4B4D6275E}" srcOrd="3" destOrd="0" presId="urn:microsoft.com/office/officeart/2016/7/layout/BasicLinearProcessNumbered"/>
    <dgm:cxn modelId="{2745D200-3B7A-4141-8BA1-54028AB36AC6}" type="presParOf" srcId="{5225113F-8004-4D90-8480-6A999145AC90}" destId="{4372AB67-1960-431E-A462-E298D791137F}" srcOrd="5" destOrd="0" presId="urn:microsoft.com/office/officeart/2016/7/layout/BasicLinearProcessNumbered"/>
    <dgm:cxn modelId="{D247F8F5-E3D1-4E6E-955C-BDBA5447E0EE}" type="presParOf" srcId="{5225113F-8004-4D90-8480-6A999145AC90}" destId="{BE1CBBB4-87E8-45A7-8235-8F3CC050BDCA}" srcOrd="6" destOrd="0" presId="urn:microsoft.com/office/officeart/2016/7/layout/BasicLinearProcessNumbered"/>
    <dgm:cxn modelId="{EF7696D4-581E-4C42-A39C-6BFEED30CB39}" type="presParOf" srcId="{BE1CBBB4-87E8-45A7-8235-8F3CC050BDCA}" destId="{11652EE3-ED6A-4734-AB94-7740FFB7B800}" srcOrd="0" destOrd="0" presId="urn:microsoft.com/office/officeart/2016/7/layout/BasicLinearProcessNumbered"/>
    <dgm:cxn modelId="{35912E47-F93D-466B-A0D3-A0EA28E373BA}" type="presParOf" srcId="{BE1CBBB4-87E8-45A7-8235-8F3CC050BDCA}" destId="{9F9CBAF4-F96E-4A42-8204-693D0B8CEDC6}" srcOrd="1" destOrd="0" presId="urn:microsoft.com/office/officeart/2016/7/layout/BasicLinearProcessNumbered"/>
    <dgm:cxn modelId="{D0B885DA-19D4-4A9F-AB44-E1F59DCF5731}" type="presParOf" srcId="{BE1CBBB4-87E8-45A7-8235-8F3CC050BDCA}" destId="{2B6FFEE4-CD70-4124-BF69-DFFC30E4432D}" srcOrd="2" destOrd="0" presId="urn:microsoft.com/office/officeart/2016/7/layout/BasicLinearProcessNumbered"/>
    <dgm:cxn modelId="{DDCD0FCA-4709-4956-ABCD-E7A6F67928B9}" type="presParOf" srcId="{BE1CBBB4-87E8-45A7-8235-8F3CC050BDCA}" destId="{7363D7EC-5F4F-4AD8-85DE-45363E29D782}" srcOrd="3" destOrd="0" presId="urn:microsoft.com/office/officeart/2016/7/layout/BasicLinearProcessNumbered"/>
    <dgm:cxn modelId="{E38A865A-0A5F-49B0-A9AA-EC43992F85BE}" type="presParOf" srcId="{5225113F-8004-4D90-8480-6A999145AC90}" destId="{3E272011-D3CF-42C7-92A7-C999644845BA}" srcOrd="7" destOrd="0" presId="urn:microsoft.com/office/officeart/2016/7/layout/BasicLinearProcessNumbered"/>
    <dgm:cxn modelId="{469D3F4D-F1DA-499F-AB5D-1C91261DC5AA}" type="presParOf" srcId="{5225113F-8004-4D90-8480-6A999145AC90}" destId="{2EA4DE8E-0C54-4183-80A8-84F1448ED604}" srcOrd="8" destOrd="0" presId="urn:microsoft.com/office/officeart/2016/7/layout/BasicLinearProcessNumbered"/>
    <dgm:cxn modelId="{A45482DD-EDA7-4EFA-A1DF-0EF121C3BEC8}" type="presParOf" srcId="{2EA4DE8E-0C54-4183-80A8-84F1448ED604}" destId="{8398C3D1-A821-4198-850E-20A79D6EA5F4}" srcOrd="0" destOrd="0" presId="urn:microsoft.com/office/officeart/2016/7/layout/BasicLinearProcessNumbered"/>
    <dgm:cxn modelId="{E3AC0DD2-2F16-48AE-9978-F277F604AF63}" type="presParOf" srcId="{2EA4DE8E-0C54-4183-80A8-84F1448ED604}" destId="{A7C84FC0-E6D4-4B2C-8EA3-BF91900627F1}" srcOrd="1" destOrd="0" presId="urn:microsoft.com/office/officeart/2016/7/layout/BasicLinearProcessNumbered"/>
    <dgm:cxn modelId="{D1389867-9C44-4B0A-9FEA-00B091388702}" type="presParOf" srcId="{2EA4DE8E-0C54-4183-80A8-84F1448ED604}" destId="{CA505405-10CD-4B66-9395-8A6D5AC4CCD7}" srcOrd="2" destOrd="0" presId="urn:microsoft.com/office/officeart/2016/7/layout/BasicLinearProcessNumbered"/>
    <dgm:cxn modelId="{BF93CF5E-7DE8-4248-980F-BBF71A701568}" type="presParOf" srcId="{2EA4DE8E-0C54-4183-80A8-84F1448ED604}" destId="{A2F2E482-B9FE-4D6F-8A0C-C34A6CA9E099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BE5B79-FF0E-4DFC-91E6-772AF15F121D}">
      <dsp:nvSpPr>
        <dsp:cNvPr id="0" name=""/>
        <dsp:cNvSpPr/>
      </dsp:nvSpPr>
      <dsp:spPr>
        <a:xfrm>
          <a:off x="5340923" y="1405930"/>
          <a:ext cx="2705811" cy="643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771"/>
              </a:lnTo>
              <a:lnTo>
                <a:pt x="2705811" y="438771"/>
              </a:lnTo>
              <a:lnTo>
                <a:pt x="2705811" y="64386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0B0B16-F618-4626-BA3E-32827175DBE2}">
      <dsp:nvSpPr>
        <dsp:cNvPr id="0" name=""/>
        <dsp:cNvSpPr/>
      </dsp:nvSpPr>
      <dsp:spPr>
        <a:xfrm>
          <a:off x="5295203" y="1405930"/>
          <a:ext cx="91440" cy="64386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64386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C13397-6FB9-4229-A049-B8AEE6DFA371}">
      <dsp:nvSpPr>
        <dsp:cNvPr id="0" name=""/>
        <dsp:cNvSpPr/>
      </dsp:nvSpPr>
      <dsp:spPr>
        <a:xfrm>
          <a:off x="2635111" y="1405930"/>
          <a:ext cx="2705811" cy="643860"/>
        </a:xfrm>
        <a:custGeom>
          <a:avLst/>
          <a:gdLst/>
          <a:ahLst/>
          <a:cxnLst/>
          <a:rect l="0" t="0" r="0" b="0"/>
          <a:pathLst>
            <a:path>
              <a:moveTo>
                <a:pt x="2705811" y="0"/>
              </a:moveTo>
              <a:lnTo>
                <a:pt x="2705811" y="438771"/>
              </a:lnTo>
              <a:lnTo>
                <a:pt x="0" y="438771"/>
              </a:lnTo>
              <a:lnTo>
                <a:pt x="0" y="64386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78ED6A-F0D2-44B6-AD7A-AFECB92AE45B}">
      <dsp:nvSpPr>
        <dsp:cNvPr id="0" name=""/>
        <dsp:cNvSpPr/>
      </dsp:nvSpPr>
      <dsp:spPr>
        <a:xfrm>
          <a:off x="4234000" y="138"/>
          <a:ext cx="2213845" cy="1405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98A40-1A8F-4634-B858-9F57B4C76025}">
      <dsp:nvSpPr>
        <dsp:cNvPr id="0" name=""/>
        <dsp:cNvSpPr/>
      </dsp:nvSpPr>
      <dsp:spPr>
        <a:xfrm>
          <a:off x="4479983" y="233822"/>
          <a:ext cx="2213845" cy="140579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The delivery package includes:</a:t>
          </a:r>
          <a:endParaRPr lang="en-US" sz="2600" kern="1200"/>
        </a:p>
      </dsp:txBody>
      <dsp:txXfrm>
        <a:off x="4521157" y="274996"/>
        <a:ext cx="2131497" cy="1323444"/>
      </dsp:txXfrm>
    </dsp:sp>
    <dsp:sp modelId="{F2F11AE6-7FC1-4DF0-929F-F901A2B406E6}">
      <dsp:nvSpPr>
        <dsp:cNvPr id="0" name=""/>
        <dsp:cNvSpPr/>
      </dsp:nvSpPr>
      <dsp:spPr>
        <a:xfrm>
          <a:off x="1528188" y="2049790"/>
          <a:ext cx="2213845" cy="1405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3F371-7FB2-4E90-86D2-638496B987A2}">
      <dsp:nvSpPr>
        <dsp:cNvPr id="0" name=""/>
        <dsp:cNvSpPr/>
      </dsp:nvSpPr>
      <dsp:spPr>
        <a:xfrm>
          <a:off x="1774171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README.md </a:t>
          </a:r>
          <a:endParaRPr lang="en-US" sz="2600" kern="1200"/>
        </a:p>
      </dsp:txBody>
      <dsp:txXfrm>
        <a:off x="1815345" y="2324648"/>
        <a:ext cx="2131497" cy="1323444"/>
      </dsp:txXfrm>
    </dsp:sp>
    <dsp:sp modelId="{0BF268F3-2189-4823-A627-FEC7C957D430}">
      <dsp:nvSpPr>
        <dsp:cNvPr id="0" name=""/>
        <dsp:cNvSpPr/>
      </dsp:nvSpPr>
      <dsp:spPr>
        <a:xfrm>
          <a:off x="4234000" y="2049790"/>
          <a:ext cx="2213845" cy="1405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FE356-45CF-4426-8FB3-AD901A119707}">
      <dsp:nvSpPr>
        <dsp:cNvPr id="0" name=""/>
        <dsp:cNvSpPr/>
      </dsp:nvSpPr>
      <dsp:spPr>
        <a:xfrm>
          <a:off x="4479983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dashboard-images.tar </a:t>
          </a:r>
          <a:endParaRPr lang="en-US" sz="2600" kern="1200"/>
        </a:p>
      </dsp:txBody>
      <dsp:txXfrm>
        <a:off x="4521157" y="2324648"/>
        <a:ext cx="2131497" cy="1323444"/>
      </dsp:txXfrm>
    </dsp:sp>
    <dsp:sp modelId="{EE088DAB-3DAF-4A92-BEF6-3DDC611A7E2B}">
      <dsp:nvSpPr>
        <dsp:cNvPr id="0" name=""/>
        <dsp:cNvSpPr/>
      </dsp:nvSpPr>
      <dsp:spPr>
        <a:xfrm>
          <a:off x="6939811" y="2049790"/>
          <a:ext cx="2213845" cy="140579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281BA-4D49-4E47-8292-C5028E9216E3}">
      <dsp:nvSpPr>
        <dsp:cNvPr id="0" name=""/>
        <dsp:cNvSpPr/>
      </dsp:nvSpPr>
      <dsp:spPr>
        <a:xfrm>
          <a:off x="7185794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600" kern="1200"/>
            <a:t>docker-compose.yml </a:t>
          </a:r>
          <a:endParaRPr lang="en-US" sz="2600" kern="1200"/>
        </a:p>
      </dsp:txBody>
      <dsp:txXfrm>
        <a:off x="7226968" y="2324648"/>
        <a:ext cx="2131497" cy="13234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BF491F-6F38-4E28-9E85-D2B0886BF702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779825-B445-450A-A44E-C029DD19687E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11D60-8B1A-456B-AA79-6126A4B0631F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Before using the system, please make sure:</a:t>
          </a:r>
        </a:p>
      </dsp:txBody>
      <dsp:txXfrm>
        <a:off x="1129902" y="4592"/>
        <a:ext cx="5171698" cy="978270"/>
      </dsp:txXfrm>
    </dsp:sp>
    <dsp:sp modelId="{F20A61B2-767B-4C8C-890B-F64CB5471B2C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005466-05FE-4D61-9822-2299B25E7375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F581B-88B7-44E8-BCBE-4773AB220D45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Docker Desktop is installed </a:t>
          </a:r>
        </a:p>
      </dsp:txBody>
      <dsp:txXfrm>
        <a:off x="1129902" y="1227431"/>
        <a:ext cx="5171698" cy="978270"/>
      </dsp:txXfrm>
    </dsp:sp>
    <dsp:sp modelId="{9C4EB1A2-489B-4E08-B626-394052E89D1F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23A00C-5778-442B-ADD7-7B1DCCB10443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336CAD-D3DA-4806-9161-31959965CD62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Docker Desktop is running </a:t>
          </a:r>
        </a:p>
      </dsp:txBody>
      <dsp:txXfrm>
        <a:off x="1129902" y="2450269"/>
        <a:ext cx="5171698" cy="978270"/>
      </dsp:txXfrm>
    </dsp:sp>
    <dsp:sp modelId="{36AE29D9-8FEC-4448-8F62-DD8B23578922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CCA40-BB9F-4F1A-996E-EE04551CAAD6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D9890B-DBAB-45BD-A224-2E3C92B50B28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web browser is available </a:t>
          </a:r>
        </a:p>
      </dsp:txBody>
      <dsp:txXfrm>
        <a:off x="1129902" y="3673107"/>
        <a:ext cx="5171698" cy="978270"/>
      </dsp:txXfrm>
    </dsp:sp>
    <dsp:sp modelId="{C9E47A21-692C-453A-BB5B-9877707F2369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05A57-F182-4895-BD7A-9B8EF00C11B1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CE232-30FA-4966-A4DC-FC9808E32DF5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All provided files are kept in the same folder</a:t>
          </a:r>
        </a:p>
      </dsp:txBody>
      <dsp:txXfrm>
        <a:off x="1129902" y="4895945"/>
        <a:ext cx="5171698" cy="9782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B44B46-FEBF-45E2-B5D2-6580FD172A71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F32357-A3CF-432F-9349-FC5FB3ACE1A3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 load the prepared dashboard images:</a:t>
          </a:r>
        </a:p>
      </dsp:txBody>
      <dsp:txXfrm>
        <a:off x="100682" y="2175763"/>
        <a:ext cx="2370489" cy="720000"/>
      </dsp:txXfrm>
    </dsp:sp>
    <dsp:sp modelId="{57870F85-9447-4C32-829C-E6DD2722A9D4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226C6-C535-48EB-B28A-B6467579BF24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Open Command Prompt or PowerShell </a:t>
          </a:r>
        </a:p>
      </dsp:txBody>
      <dsp:txXfrm>
        <a:off x="2886007" y="2175763"/>
        <a:ext cx="2370489" cy="720000"/>
      </dsp:txXfrm>
    </dsp:sp>
    <dsp:sp modelId="{4D0BAB34-D133-4658-8E52-2DAE50251D62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7A07F-996C-479B-B71B-8D6F61A1D834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 to the project folder </a:t>
          </a:r>
        </a:p>
      </dsp:txBody>
      <dsp:txXfrm>
        <a:off x="5671332" y="2175763"/>
        <a:ext cx="2370489" cy="720000"/>
      </dsp:txXfrm>
    </dsp:sp>
    <dsp:sp modelId="{74139A7B-ED95-45AB-8F7A-8D50C61969DF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C15E7-6226-4818-BA79-2410E660EDF2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Run: docker load -i dashboard-images.tar</a:t>
          </a:r>
        </a:p>
      </dsp:txBody>
      <dsp:txXfrm>
        <a:off x="8456657" y="2175763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39AAB-01F4-4584-AB14-564B4FFDF95B}">
      <dsp:nvSpPr>
        <dsp:cNvPr id="0" name=""/>
        <dsp:cNvSpPr/>
      </dsp:nvSpPr>
      <dsp:spPr>
        <a:xfrm>
          <a:off x="1953914" y="27750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81307-E841-44B1-B39B-7FA45B2AAEA9}">
      <dsp:nvSpPr>
        <dsp:cNvPr id="0" name=""/>
        <dsp:cNvSpPr/>
      </dsp:nvSpPr>
      <dsp:spPr>
        <a:xfrm>
          <a:off x="765914" y="269190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After loading the images, start the system by using:</a:t>
          </a:r>
        </a:p>
      </dsp:txBody>
      <dsp:txXfrm>
        <a:off x="765914" y="2691902"/>
        <a:ext cx="4320000" cy="720000"/>
      </dsp:txXfrm>
    </dsp:sp>
    <dsp:sp modelId="{47529E6F-2887-4476-9ADC-33BAFB2B11EF}">
      <dsp:nvSpPr>
        <dsp:cNvPr id="0" name=""/>
        <dsp:cNvSpPr/>
      </dsp:nvSpPr>
      <dsp:spPr>
        <a:xfrm>
          <a:off x="7029914" y="277502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3F689B-9CC5-4C63-9F04-D5A9BE91B334}">
      <dsp:nvSpPr>
        <dsp:cNvPr id="0" name=""/>
        <dsp:cNvSpPr/>
      </dsp:nvSpPr>
      <dsp:spPr>
        <a:xfrm>
          <a:off x="5841914" y="2691902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command : docker compose up -d</a:t>
          </a:r>
        </a:p>
      </dsp:txBody>
      <dsp:txXfrm>
        <a:off x="5841914" y="2691902"/>
        <a:ext cx="432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1C20D4-81C0-4ED3-B370-E70B9E7FE479}">
      <dsp:nvSpPr>
        <dsp:cNvPr id="0" name=""/>
        <dsp:cNvSpPr/>
      </dsp:nvSpPr>
      <dsp:spPr>
        <a:xfrm>
          <a:off x="0" y="30707"/>
          <a:ext cx="10927829" cy="6633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 the following links after the system starts:</a:t>
          </a:r>
        </a:p>
      </dsp:txBody>
      <dsp:txXfrm>
        <a:off x="32384" y="63091"/>
        <a:ext cx="10863061" cy="598621"/>
      </dsp:txXfrm>
    </dsp:sp>
    <dsp:sp modelId="{BCA57D34-6862-483D-BAC2-C660FC586E04}">
      <dsp:nvSpPr>
        <dsp:cNvPr id="0" name=""/>
        <dsp:cNvSpPr/>
      </dsp:nvSpPr>
      <dsp:spPr>
        <a:xfrm>
          <a:off x="0" y="771857"/>
          <a:ext cx="10927829" cy="663389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Frontend Dashboard: http://localhost:5173 </a:t>
          </a:r>
        </a:p>
      </dsp:txBody>
      <dsp:txXfrm>
        <a:off x="32384" y="804241"/>
        <a:ext cx="10863061" cy="598621"/>
      </dsp:txXfrm>
    </dsp:sp>
    <dsp:sp modelId="{04B8831B-ECD2-4C46-99F1-C1DD8CD4DFE9}">
      <dsp:nvSpPr>
        <dsp:cNvPr id="0" name=""/>
        <dsp:cNvSpPr/>
      </dsp:nvSpPr>
      <dsp:spPr>
        <a:xfrm>
          <a:off x="0" y="1513007"/>
          <a:ext cx="10927829" cy="66338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Backend API: http://localhost:8000 </a:t>
          </a:r>
        </a:p>
      </dsp:txBody>
      <dsp:txXfrm>
        <a:off x="32384" y="1545391"/>
        <a:ext cx="10863061" cy="598621"/>
      </dsp:txXfrm>
    </dsp:sp>
    <dsp:sp modelId="{329B83C8-60EC-4B68-90C2-53F3F708EA0D}">
      <dsp:nvSpPr>
        <dsp:cNvPr id="0" name=""/>
        <dsp:cNvSpPr/>
      </dsp:nvSpPr>
      <dsp:spPr>
        <a:xfrm>
          <a:off x="0" y="2254157"/>
          <a:ext cx="10927829" cy="663389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Grafana: http://localhost:4000 </a:t>
          </a:r>
        </a:p>
      </dsp:txBody>
      <dsp:txXfrm>
        <a:off x="32384" y="2286541"/>
        <a:ext cx="10863061" cy="598621"/>
      </dsp:txXfrm>
    </dsp:sp>
    <dsp:sp modelId="{9AF983BE-D41B-4217-B84E-6AB64C8A7105}">
      <dsp:nvSpPr>
        <dsp:cNvPr id="0" name=""/>
        <dsp:cNvSpPr/>
      </dsp:nvSpPr>
      <dsp:spPr>
        <a:xfrm>
          <a:off x="0" y="2995307"/>
          <a:ext cx="10927829" cy="66338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Prometheus: http://localhost:9090</a:t>
          </a:r>
        </a:p>
      </dsp:txBody>
      <dsp:txXfrm>
        <a:off x="32384" y="3027691"/>
        <a:ext cx="10863061" cy="5986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DE9964-77A4-401B-855F-6C4D80389837}">
      <dsp:nvSpPr>
        <dsp:cNvPr id="0" name=""/>
        <dsp:cNvSpPr/>
      </dsp:nvSpPr>
      <dsp:spPr>
        <a:xfrm>
          <a:off x="3735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Load the Docker images first </a:t>
          </a:r>
          <a:endParaRPr lang="en-US" sz="1800" kern="1200"/>
        </a:p>
      </dsp:txBody>
      <dsp:txXfrm>
        <a:off x="3735" y="1756658"/>
        <a:ext cx="2022288" cy="1698722"/>
      </dsp:txXfrm>
    </dsp:sp>
    <dsp:sp modelId="{96B1588B-DC7D-4509-8171-27A607D61262}">
      <dsp:nvSpPr>
        <dsp:cNvPr id="0" name=""/>
        <dsp:cNvSpPr/>
      </dsp:nvSpPr>
      <dsp:spPr>
        <a:xfrm>
          <a:off x="590198" y="963920"/>
          <a:ext cx="849361" cy="84936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1</a:t>
          </a:r>
        </a:p>
      </dsp:txBody>
      <dsp:txXfrm>
        <a:off x="714584" y="1088306"/>
        <a:ext cx="600589" cy="600589"/>
      </dsp:txXfrm>
    </dsp:sp>
    <dsp:sp modelId="{C289062F-3007-4111-9B53-D6EA67FCF53B}">
      <dsp:nvSpPr>
        <dsp:cNvPr id="0" name=""/>
        <dsp:cNvSpPr/>
      </dsp:nvSpPr>
      <dsp:spPr>
        <a:xfrm>
          <a:off x="3735" y="3511932"/>
          <a:ext cx="2022288" cy="72"/>
        </a:xfrm>
        <a:prstGeom prst="rect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411D7-56C8-4EA9-9CE4-5BD82B29A146}">
      <dsp:nvSpPr>
        <dsp:cNvPr id="0" name=""/>
        <dsp:cNvSpPr/>
      </dsp:nvSpPr>
      <dsp:spPr>
        <a:xfrm>
          <a:off x="2228252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1683680"/>
            <a:satOff val="-15558"/>
            <a:lumOff val="-1754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683680"/>
              <a:satOff val="-15558"/>
              <a:lumOff val="-175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Start the dashboard services </a:t>
          </a:r>
          <a:endParaRPr lang="en-US" sz="1800" kern="1200"/>
        </a:p>
      </dsp:txBody>
      <dsp:txXfrm>
        <a:off x="2228252" y="1756658"/>
        <a:ext cx="2022288" cy="1698722"/>
      </dsp:txXfrm>
    </dsp:sp>
    <dsp:sp modelId="{5D046C96-3C10-41E2-BA9D-CC9C14754F01}">
      <dsp:nvSpPr>
        <dsp:cNvPr id="0" name=""/>
        <dsp:cNvSpPr/>
      </dsp:nvSpPr>
      <dsp:spPr>
        <a:xfrm>
          <a:off x="2814716" y="963920"/>
          <a:ext cx="849361" cy="849361"/>
        </a:xfrm>
        <a:prstGeom prst="ellips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2</a:t>
          </a:r>
        </a:p>
      </dsp:txBody>
      <dsp:txXfrm>
        <a:off x="2939102" y="1088306"/>
        <a:ext cx="600589" cy="600589"/>
      </dsp:txXfrm>
    </dsp:sp>
    <dsp:sp modelId="{39D835A9-28F9-4B6D-88E3-8143705FB075}">
      <dsp:nvSpPr>
        <dsp:cNvPr id="0" name=""/>
        <dsp:cNvSpPr/>
      </dsp:nvSpPr>
      <dsp:spPr>
        <a:xfrm>
          <a:off x="2228252" y="3511932"/>
          <a:ext cx="2022288" cy="72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6EB97-392B-4C25-9B09-ECAE9661AC3D}">
      <dsp:nvSpPr>
        <dsp:cNvPr id="0" name=""/>
        <dsp:cNvSpPr/>
      </dsp:nvSpPr>
      <dsp:spPr>
        <a:xfrm>
          <a:off x="4452770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Open the system using the provided links </a:t>
          </a:r>
          <a:endParaRPr lang="en-US" sz="1800" kern="1200"/>
        </a:p>
      </dsp:txBody>
      <dsp:txXfrm>
        <a:off x="4452770" y="1756658"/>
        <a:ext cx="2022288" cy="1698722"/>
      </dsp:txXfrm>
    </dsp:sp>
    <dsp:sp modelId="{EEB7A794-A8DB-424C-AC20-59463529A1DF}">
      <dsp:nvSpPr>
        <dsp:cNvPr id="0" name=""/>
        <dsp:cNvSpPr/>
      </dsp:nvSpPr>
      <dsp:spPr>
        <a:xfrm>
          <a:off x="5039233" y="963920"/>
          <a:ext cx="849361" cy="849361"/>
        </a:xfrm>
        <a:prstGeom prst="ellips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3</a:t>
          </a:r>
        </a:p>
      </dsp:txBody>
      <dsp:txXfrm>
        <a:off x="5163619" y="1088306"/>
        <a:ext cx="600589" cy="600589"/>
      </dsp:txXfrm>
    </dsp:sp>
    <dsp:sp modelId="{4745127E-00AB-40D5-B5EB-458452E72F49}">
      <dsp:nvSpPr>
        <dsp:cNvPr id="0" name=""/>
        <dsp:cNvSpPr/>
      </dsp:nvSpPr>
      <dsp:spPr>
        <a:xfrm>
          <a:off x="4452770" y="3511932"/>
          <a:ext cx="2022288" cy="72"/>
        </a:xfrm>
        <a:prstGeom prst="rect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652EE3-ED6A-4734-AB94-7740FFB7B800}">
      <dsp:nvSpPr>
        <dsp:cNvPr id="0" name=""/>
        <dsp:cNvSpPr/>
      </dsp:nvSpPr>
      <dsp:spPr>
        <a:xfrm>
          <a:off x="6677287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5051039"/>
            <a:satOff val="-46674"/>
            <a:lumOff val="-5261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051039"/>
              <a:satOff val="-46674"/>
              <a:lumOff val="-52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Use the correct login account for access </a:t>
          </a:r>
          <a:endParaRPr lang="en-US" sz="1800" kern="1200"/>
        </a:p>
      </dsp:txBody>
      <dsp:txXfrm>
        <a:off x="6677287" y="1756658"/>
        <a:ext cx="2022288" cy="1698722"/>
      </dsp:txXfrm>
    </dsp:sp>
    <dsp:sp modelId="{9F9CBAF4-F96E-4A42-8204-693D0B8CEDC6}">
      <dsp:nvSpPr>
        <dsp:cNvPr id="0" name=""/>
        <dsp:cNvSpPr/>
      </dsp:nvSpPr>
      <dsp:spPr>
        <a:xfrm>
          <a:off x="7263751" y="963920"/>
          <a:ext cx="849361" cy="849361"/>
        </a:xfrm>
        <a:prstGeom prst="ellips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4</a:t>
          </a:r>
        </a:p>
      </dsp:txBody>
      <dsp:txXfrm>
        <a:off x="7388137" y="1088306"/>
        <a:ext cx="600589" cy="600589"/>
      </dsp:txXfrm>
    </dsp:sp>
    <dsp:sp modelId="{2B6FFEE4-CD70-4124-BF69-DFFC30E4432D}">
      <dsp:nvSpPr>
        <dsp:cNvPr id="0" name=""/>
        <dsp:cNvSpPr/>
      </dsp:nvSpPr>
      <dsp:spPr>
        <a:xfrm>
          <a:off x="6677287" y="3511932"/>
          <a:ext cx="2022288" cy="72"/>
        </a:xfrm>
        <a:prstGeom prst="rect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98C3D1-A821-4198-850E-20A79D6EA5F4}">
      <dsp:nvSpPr>
        <dsp:cNvPr id="0" name=""/>
        <dsp:cNvSpPr/>
      </dsp:nvSpPr>
      <dsp:spPr>
        <a:xfrm>
          <a:off x="8901805" y="680800"/>
          <a:ext cx="2022288" cy="2831204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7665" tIns="330200" rIns="15766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Keep the provided files for future setup and reference </a:t>
          </a:r>
          <a:endParaRPr lang="en-US" sz="1800" kern="1200"/>
        </a:p>
      </dsp:txBody>
      <dsp:txXfrm>
        <a:off x="8901805" y="1756658"/>
        <a:ext cx="2022288" cy="1698722"/>
      </dsp:txXfrm>
    </dsp:sp>
    <dsp:sp modelId="{A7C84FC0-E6D4-4B2C-8EA3-BF91900627F1}">
      <dsp:nvSpPr>
        <dsp:cNvPr id="0" name=""/>
        <dsp:cNvSpPr/>
      </dsp:nvSpPr>
      <dsp:spPr>
        <a:xfrm>
          <a:off x="9488268" y="963920"/>
          <a:ext cx="849361" cy="849361"/>
        </a:xfrm>
        <a:prstGeom prst="ellips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220" tIns="12700" rIns="66220" bIns="127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5</a:t>
          </a:r>
        </a:p>
      </dsp:txBody>
      <dsp:txXfrm>
        <a:off x="9612654" y="1088306"/>
        <a:ext cx="600589" cy="600589"/>
      </dsp:txXfrm>
    </dsp:sp>
    <dsp:sp modelId="{CA505405-10CD-4B66-9395-8A6D5AC4CCD7}">
      <dsp:nvSpPr>
        <dsp:cNvPr id="0" name=""/>
        <dsp:cNvSpPr/>
      </dsp:nvSpPr>
      <dsp:spPr>
        <a:xfrm>
          <a:off x="8901805" y="3511932"/>
          <a:ext cx="2022288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AEC57-2871-B877-AF46-024E354FC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D4556-BF25-DE7C-7CC2-0AE51BF0D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8984E-93DD-7EDD-24FE-9A0B7921D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CA83D-96CD-F5C5-78A5-9EF01AC6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9E096E-CF51-FF72-1587-D84F9730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50203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236CD-4A18-45FD-30E7-21FA2758D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7194F-BD5A-F77C-052D-5FF61BF4C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231B8-096E-5F1B-3369-15359731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31682-F9C9-1E51-BD3D-9EB375FE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BCF40-B8AD-64EB-7814-35F64BF4A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6247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F54E-90CC-3EE5-FA25-9E277ED81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1890D-88C5-3EF3-9951-7B0A7DB30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6AA51-C8F4-D79C-9D56-B473E36A1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C3D8A-B995-F51F-3695-809A9338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52916-42D7-38C8-A390-B909FAC5F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497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0577-D567-5B58-9111-5FB5DE00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BC298-551F-9DF9-66AE-16EFD80D37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553FD-6770-3E51-03D8-A46BC257D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2F3C7-982F-0FAA-6F72-4F88D02A4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AFE71-E9C2-4271-F3F6-F86D5A4C0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0F7CE8-6CE0-9FA1-91D5-124DB933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3574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231A6-5DC5-96A3-8097-5835C568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E23BB3-FFD7-DA13-A013-8AF068975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3E5E7-DB6F-83EF-27C3-60FB5E850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A1EB22-BF2E-A5D4-1A0A-642EFD180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8E36DF-2264-B67F-9E28-22B9FD8C8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FCD242-7BAA-F93B-DC07-780D27591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CA78E-8EAC-ACA2-A5B0-AE3EAD4FF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8F31D-BD55-D283-3B4F-FFF216AE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592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A5D9-02FA-B30B-5705-3E5343D53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B32C0C-1BA8-D1FD-7C68-49DDA5CBB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2B21A6-930E-6FF9-873C-9D82CB34D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FF8C3-B440-131C-A99C-C8D96173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8696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1341F6-8A2E-47FE-D53B-D44A2F317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D32A99-4E9C-5288-C4DF-530D52126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AD1C7-B481-A20C-63B7-04F10A43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4729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BAECC-015F-C5D8-EB80-2E13550B0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60C79-0CC5-9093-1CC5-BE47B9BBE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96EAD9-B97B-C8D8-5A96-2BD231F43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BE1FD0-36D2-4502-31B4-27115CF0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70C78-BF55-AEAF-F3A7-DE77A72BE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3B62F1-A01D-C6D4-62C8-3733A5AB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15894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83952-57DE-C44C-F1F5-81C309A1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FBC3BA-0062-E196-C74F-A9E135494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C684C0-FB06-1EDA-1B7F-03E5A5D8C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5B6A6-339F-24DA-CA2D-4AE9A58E1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900D1-A505-FF5C-5775-E73D2A54D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12210A-8F5F-41AC-1E86-CF58F0BDB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566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A6ACE-B51C-2D48-8784-2D7EF5A00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5E7646-6DD5-E08D-6E35-36C86CEA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17388-696A-ECFE-0049-AAA938159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E6246-4CB5-9845-9F58-C918D2163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192C7-EB66-9FA2-5070-E0A74E9F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9285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C5347-C420-705E-3235-65553039A2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D05EF-957C-093A-EC82-6A578624F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DB188-F692-C770-CC0A-8CA5EC1C3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376A0-A062-781E-9FB1-5B82245B8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115C1-C4A1-C735-09B8-9FE4A59E1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962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AB07C2-B059-D0F6-A914-14847DAA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F5375-711A-7AC1-AC0B-62BEDCA36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690EF-A186-4EB6-2A39-ACC6C88523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EA38FB-3D3D-42D9-AC82-93084E3FEFD2}" type="datetimeFigureOut">
              <a:rPr lang="en-SG" smtClean="0"/>
              <a:t>1/4/2026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652D2-C0F7-1298-4FFA-43FC80A84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B76B9-6E22-4440-085E-3EA193705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9D0C1-84F6-4C33-8370-179A7FEEC3C4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1351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948E0-5429-3987-0365-CF85C567A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SG" sz="3700">
                <a:solidFill>
                  <a:schemeClr val="tx2"/>
                </a:solidFill>
              </a:rPr>
              <a:t>Engineering Dashboard User Guide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4EB854-AFE2-0DCD-1D46-E77A7F77A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SG" sz="2000">
                <a:solidFill>
                  <a:schemeClr val="tx2"/>
                </a:solidFill>
              </a:rPr>
              <a:t>System access and usage</a:t>
            </a:r>
          </a:p>
          <a:p>
            <a:pPr algn="l"/>
            <a:r>
              <a:rPr lang="en-US" sz="2000">
                <a:solidFill>
                  <a:schemeClr val="tx2"/>
                </a:solidFill>
              </a:rPr>
              <a:t>Prepared by: </a:t>
            </a:r>
            <a:r>
              <a:rPr lang="en-US" sz="2000" b="1">
                <a:solidFill>
                  <a:schemeClr val="tx2"/>
                </a:solidFill>
              </a:rPr>
              <a:t>Mok Zhi Zhuan</a:t>
            </a:r>
            <a:endParaRPr lang="en-SG" sz="2000">
              <a:solidFill>
                <a:schemeClr val="tx2"/>
              </a:solidFill>
            </a:endParaRPr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9B7E61E7-041B-C6E6-1EA3-25B125BE2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0016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8D2BF-4175-3AAD-17AD-25D94F829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SG" sz="4000" dirty="0">
                <a:solidFill>
                  <a:srgbClr val="FFFFFF"/>
                </a:solidFill>
              </a:rPr>
              <a:t>Package Contents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730D4CA-BD7D-D036-3A67-AA769CA60D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953371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2403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29DFF1-BDD9-72F4-9FFB-B0B00924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Before You Start</a:t>
            </a:r>
            <a:endParaRPr lang="en-SG">
              <a:solidFill>
                <a:schemeClr val="bg1"/>
              </a:solidFill>
            </a:endParaRP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9BFEEC-72A1-D640-2F10-BFD4A4A262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120291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6794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C34C3-EDDE-75E7-148A-5FE369550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Load the Docker Images</a:t>
            </a:r>
            <a:endParaRPr lang="en-SG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F35E6F-9882-4893-8D71-38921FAF5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88297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96496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E02190-6816-7560-06DC-D234AA9B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Start the Dashboard System</a:t>
            </a:r>
            <a:endParaRPr lang="en-SG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DCC4A4-9692-F903-AD47-3EDA85C6D9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78637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258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636F4-512D-DA8F-24C9-232977CC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Main System Access Links</a:t>
            </a:r>
            <a:endParaRPr lang="en-SG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F9C59C-0EF4-E63B-CB25-698E5617FD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88119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09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F93B0-B5FF-50B0-F844-09731A89F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User Login</a:t>
            </a:r>
            <a:endParaRPr lang="en-SG" sz="3600">
              <a:solidFill>
                <a:schemeClr val="tx2"/>
              </a:solidFill>
            </a:endParaRPr>
          </a:p>
        </p:txBody>
      </p:sp>
      <p:pic>
        <p:nvPicPr>
          <p:cNvPr id="22" name="Graphic 21" descr="Lock">
            <a:extLst>
              <a:ext uri="{FF2B5EF4-FFF2-40B4-BE49-F238E27FC236}">
                <a16:creationId xmlns:a16="http://schemas.microsoft.com/office/drawing/2014/main" id="{3BD3C855-B7EC-322B-13D1-0034FBCFC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2448CA4-B45F-6C20-D08F-81908696B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SG" sz="1800">
                <a:solidFill>
                  <a:schemeClr val="tx2"/>
                </a:solidFill>
              </a:rPr>
              <a:t>Use the </a:t>
            </a:r>
            <a:r>
              <a:rPr lang="en-SG" sz="1800" b="1">
                <a:solidFill>
                  <a:schemeClr val="tx2"/>
                </a:solidFill>
              </a:rPr>
              <a:t>User</a:t>
            </a:r>
            <a:r>
              <a:rPr lang="en-SG" sz="1800">
                <a:solidFill>
                  <a:schemeClr val="tx2"/>
                </a:solidFill>
              </a:rPr>
              <a:t> account for normal viewing access.</a:t>
            </a:r>
          </a:p>
          <a:p>
            <a:r>
              <a:rPr lang="en-SG" sz="1800" b="1">
                <a:solidFill>
                  <a:schemeClr val="tx2"/>
                </a:solidFill>
              </a:rPr>
              <a:t>Account details:</a:t>
            </a:r>
            <a:endParaRPr lang="en-SG" sz="1800">
              <a:solidFill>
                <a:schemeClr val="tx2"/>
              </a:solidFill>
            </a:endParaRPr>
          </a:p>
          <a:p>
            <a:r>
              <a:rPr lang="en-SG" sz="1800" b="1">
                <a:solidFill>
                  <a:schemeClr val="tx2"/>
                </a:solidFill>
              </a:rPr>
              <a:t>Username:</a:t>
            </a:r>
            <a:r>
              <a:rPr lang="en-SG" sz="1800">
                <a:solidFill>
                  <a:schemeClr val="tx2"/>
                </a:solidFill>
              </a:rPr>
              <a:t> user </a:t>
            </a:r>
          </a:p>
          <a:p>
            <a:r>
              <a:rPr lang="en-SG" sz="1800" b="1">
                <a:solidFill>
                  <a:schemeClr val="tx2"/>
                </a:solidFill>
              </a:rPr>
              <a:t>Password:</a:t>
            </a:r>
            <a:r>
              <a:rPr lang="en-SG" sz="1800">
                <a:solidFill>
                  <a:schemeClr val="tx2"/>
                </a:solidFill>
              </a:rPr>
              <a:t> user </a:t>
            </a:r>
          </a:p>
          <a:p>
            <a:pPr marL="0" indent="0">
              <a:buNone/>
            </a:pPr>
            <a:r>
              <a:rPr lang="en-SG" sz="1800" b="1">
                <a:solidFill>
                  <a:schemeClr val="tx2"/>
                </a:solidFill>
              </a:rPr>
              <a:t>User access includes:</a:t>
            </a:r>
            <a:endParaRPr lang="en-SG" sz="1800">
              <a:solidFill>
                <a:schemeClr val="tx2"/>
              </a:solidFill>
            </a:endParaRPr>
          </a:p>
          <a:p>
            <a:r>
              <a:rPr lang="en-SG" sz="1800">
                <a:solidFill>
                  <a:schemeClr val="tx2"/>
                </a:solidFill>
              </a:rPr>
              <a:t>Dashboard viewing </a:t>
            </a:r>
          </a:p>
          <a:p>
            <a:r>
              <a:rPr lang="en-SG" sz="1800">
                <a:solidFill>
                  <a:schemeClr val="tx2"/>
                </a:solidFill>
              </a:rPr>
              <a:t>Monitoring pages </a:t>
            </a:r>
          </a:p>
          <a:p>
            <a:r>
              <a:rPr lang="en-SG" sz="1800">
                <a:solidFill>
                  <a:schemeClr val="tx2"/>
                </a:solidFill>
              </a:rPr>
              <a:t>General system information</a:t>
            </a:r>
          </a:p>
          <a:p>
            <a:endParaRPr lang="en-SG" sz="180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77045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5BCC6-A408-8850-6DB8-DB11DB404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4F6C606-430F-AF1B-E1A0-9198724DB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F0B3D3-9A3D-120E-1873-4733D812B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5BB66-CCA0-6E10-87BF-BFED9738B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Admin Login</a:t>
            </a:r>
            <a:endParaRPr lang="en-SG" sz="3600" dirty="0">
              <a:solidFill>
                <a:schemeClr val="tx2"/>
              </a:solidFill>
            </a:endParaRPr>
          </a:p>
        </p:txBody>
      </p:sp>
      <p:pic>
        <p:nvPicPr>
          <p:cNvPr id="22" name="Graphic 21" descr="Lock">
            <a:extLst>
              <a:ext uri="{FF2B5EF4-FFF2-40B4-BE49-F238E27FC236}">
                <a16:creationId xmlns:a16="http://schemas.microsoft.com/office/drawing/2014/main" id="{5845894B-3EEA-9D90-7976-7F1F53E3D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7313D16-3782-277C-9C27-F9C39553E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Use the </a:t>
            </a:r>
            <a:r>
              <a:rPr lang="en-US" sz="1800" b="1" dirty="0"/>
              <a:t>Admin</a:t>
            </a:r>
            <a:r>
              <a:rPr lang="en-US" sz="1800" dirty="0"/>
              <a:t> account for management access.</a:t>
            </a:r>
          </a:p>
          <a:p>
            <a:r>
              <a:rPr lang="en-US" sz="1800" b="1" dirty="0"/>
              <a:t>Account details:</a:t>
            </a:r>
            <a:endParaRPr lang="en-US" sz="1800" dirty="0"/>
          </a:p>
          <a:p>
            <a:r>
              <a:rPr lang="en-US" sz="1800" b="1" dirty="0"/>
              <a:t>Username:</a:t>
            </a:r>
            <a:r>
              <a:rPr lang="en-US" sz="1800" dirty="0"/>
              <a:t> admin </a:t>
            </a:r>
          </a:p>
          <a:p>
            <a:r>
              <a:rPr lang="en-US" sz="1800" b="1" dirty="0"/>
              <a:t>Password:</a:t>
            </a:r>
            <a:r>
              <a:rPr lang="en-US" sz="1800" dirty="0"/>
              <a:t> admin </a:t>
            </a:r>
          </a:p>
          <a:p>
            <a:pPr marL="0" indent="0">
              <a:buNone/>
            </a:pPr>
            <a:r>
              <a:rPr lang="en-US" sz="1800" b="1" dirty="0"/>
              <a:t>Admin access includes:</a:t>
            </a:r>
            <a:endParaRPr lang="en-US" sz="1800" dirty="0"/>
          </a:p>
          <a:p>
            <a:r>
              <a:rPr lang="en-US" sz="1800" dirty="0"/>
              <a:t>Admin controls </a:t>
            </a:r>
          </a:p>
          <a:p>
            <a:r>
              <a:rPr lang="en-US" sz="1800" dirty="0"/>
              <a:t>Simulator controls </a:t>
            </a:r>
          </a:p>
          <a:p>
            <a:r>
              <a:rPr lang="en-US" sz="1800" dirty="0"/>
              <a:t>System management features 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E35AB19-E272-466D-E0A6-DA34161CD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47044C7-4B56-424C-B983-E8DD4CF08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6A39E8A-963F-BB87-A8B4-1CF72C10C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2437182-BB00-D3E9-4DBB-1EFB7E59F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24344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CE9A7-9824-1AF5-CB0B-4666F5F64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User and Admin Access Overview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D547F1-FE81-5896-AAF0-44E97C227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655283"/>
              </p:ext>
            </p:extLst>
          </p:nvPr>
        </p:nvGraphicFramePr>
        <p:xfrm>
          <a:off x="792056" y="2331569"/>
          <a:ext cx="10607887" cy="372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60">
                  <a:extLst>
                    <a:ext uri="{9D8B030D-6E8A-4147-A177-3AD203B41FA5}">
                      <a16:colId xmlns:a16="http://schemas.microsoft.com/office/drawing/2014/main" val="873860518"/>
                    </a:ext>
                  </a:extLst>
                </a:gridCol>
                <a:gridCol w="8680027">
                  <a:extLst>
                    <a:ext uri="{9D8B030D-6E8A-4147-A177-3AD203B41FA5}">
                      <a16:colId xmlns:a16="http://schemas.microsoft.com/office/drawing/2014/main" val="3077670790"/>
                    </a:ext>
                  </a:extLst>
                </a:gridCol>
              </a:tblGrid>
              <a:tr h="1240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sz="3300"/>
                        <a:t>Access Type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r>
                        <a:rPr lang="en-SG" sz="3300"/>
                        <a:t>What It Can Do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863031970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n-US" sz="3300"/>
                        <a:t>User</a:t>
                      </a:r>
                      <a:endParaRPr lang="en-SG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/>
                        <a:t>View dashboard pages and monitoring information</a:t>
                      </a:r>
                      <a:endParaRPr lang="en-SG" sz="330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235995808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n-US" sz="3300"/>
                        <a:t>Admin</a:t>
                      </a:r>
                      <a:endParaRPr lang="en-SG" sz="3300"/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US" sz="3300" dirty="0"/>
                        <a:t>Access admin features , simulator controls , and management tools</a:t>
                      </a:r>
                      <a:endParaRPr lang="en-SG" sz="3300" dirty="0"/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176532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2789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89C1F-8EFE-110B-633C-C2862BB63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</a:t>
            </a:r>
            <a:endParaRPr lang="en-SG" sz="4000">
              <a:solidFill>
                <a:srgbClr val="FFFFFF"/>
              </a:solidFill>
            </a:endParaRP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7F20F3E9-391E-E78F-C659-B6D6F4B415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97627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7162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287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Engineering Dashboard User Guide</vt:lpstr>
      <vt:lpstr>Package Contents</vt:lpstr>
      <vt:lpstr>Before You Start</vt:lpstr>
      <vt:lpstr>Load the Docker Images</vt:lpstr>
      <vt:lpstr>Start the Dashboard System</vt:lpstr>
      <vt:lpstr>Main System Access Links</vt:lpstr>
      <vt:lpstr>User Login</vt:lpstr>
      <vt:lpstr>Admin Login</vt:lpstr>
      <vt:lpstr>User and Admin Access Overview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Mok Zhi Zhuan</dc:creator>
  <cp:lastModifiedBy>Mok Zhi Zhuan</cp:lastModifiedBy>
  <cp:revision>1</cp:revision>
  <dcterms:created xsi:type="dcterms:W3CDTF">2026-04-01T02:15:19Z</dcterms:created>
  <dcterms:modified xsi:type="dcterms:W3CDTF">2026-04-01T02:30:18Z</dcterms:modified>
</cp:coreProperties>
</file>
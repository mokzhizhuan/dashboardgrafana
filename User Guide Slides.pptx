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34" autoAdjust="0"/>
    <p:restoredTop sz="94660"/>
  </p:normalViewPr>
  <p:slideViewPr>
    <p:cSldViewPr snapToGrid="0">
      <p:cViewPr varScale="1">
        <p:scale>
          <a:sx n="99" d="100"/>
          <a:sy n="99" d="100"/>
        </p:scale>
        <p:origin x="90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4" Type="http://schemas.openxmlformats.org/officeDocument/2006/relationships/image" Target="../media/image11.svg"/></Relationships>
</file>

<file path=ppt/diagrams/_rels/data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ata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svg"/><Relationship Id="rId1" Type="http://schemas.openxmlformats.org/officeDocument/2006/relationships/image" Target="../media/image2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4" Type="http://schemas.openxmlformats.org/officeDocument/2006/relationships/image" Target="../media/image11.svg"/></Relationships>
</file>

<file path=ppt/diagrams/_rels/drawing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rawing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svg"/><Relationship Id="rId1" Type="http://schemas.openxmlformats.org/officeDocument/2006/relationships/image" Target="../media/image2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3_2">
  <dgm:title val=""/>
  <dgm:desc val=""/>
  <dgm:catLst>
    <dgm:cat type="accent3" pri="13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3790613-7DCD-40B9-916D-9C11625E7411}" type="doc">
      <dgm:prSet loTypeId="urn:microsoft.com/office/officeart/2005/8/layout/hierarchy1" loCatId="hierarchy" qsTypeId="urn:microsoft.com/office/officeart/2005/8/quickstyle/simple4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2640DA51-D0A4-4C29-843B-8DB286D5CF13}">
      <dgm:prSet/>
      <dgm:spPr/>
      <dgm:t>
        <a:bodyPr/>
        <a:lstStyle/>
        <a:p>
          <a:r>
            <a:rPr lang="en-SG"/>
            <a:t>The delivery package includes:</a:t>
          </a:r>
          <a:endParaRPr lang="en-US"/>
        </a:p>
      </dgm:t>
    </dgm:pt>
    <dgm:pt modelId="{3D08B750-F8CF-4161-AAB4-88BC47305D52}" type="parTrans" cxnId="{FDF1F0D2-9E8E-4596-AE42-9E75A3F1ED00}">
      <dgm:prSet/>
      <dgm:spPr/>
      <dgm:t>
        <a:bodyPr/>
        <a:lstStyle/>
        <a:p>
          <a:endParaRPr lang="en-US"/>
        </a:p>
      </dgm:t>
    </dgm:pt>
    <dgm:pt modelId="{94DCBFC6-1242-4BF3-AA3D-08EE8C860B7D}" type="sibTrans" cxnId="{FDF1F0D2-9E8E-4596-AE42-9E75A3F1ED00}">
      <dgm:prSet/>
      <dgm:spPr/>
      <dgm:t>
        <a:bodyPr/>
        <a:lstStyle/>
        <a:p>
          <a:endParaRPr lang="en-US"/>
        </a:p>
      </dgm:t>
    </dgm:pt>
    <dgm:pt modelId="{81BE3A66-B89B-46F8-8F87-E0B0124350FF}">
      <dgm:prSet/>
      <dgm:spPr/>
      <dgm:t>
        <a:bodyPr/>
        <a:lstStyle/>
        <a:p>
          <a:r>
            <a:rPr lang="en-SG"/>
            <a:t>README.md </a:t>
          </a:r>
          <a:endParaRPr lang="en-US"/>
        </a:p>
      </dgm:t>
    </dgm:pt>
    <dgm:pt modelId="{444CF98C-E959-4474-90E2-3CECBAFDDCA7}" type="parTrans" cxnId="{3E90FEAB-D81D-456E-A615-B609D97F2537}">
      <dgm:prSet/>
      <dgm:spPr/>
      <dgm:t>
        <a:bodyPr/>
        <a:lstStyle/>
        <a:p>
          <a:endParaRPr lang="en-US"/>
        </a:p>
      </dgm:t>
    </dgm:pt>
    <dgm:pt modelId="{D740CBBC-B1A0-4F5C-B90B-2CFF54AC2356}" type="sibTrans" cxnId="{3E90FEAB-D81D-456E-A615-B609D97F2537}">
      <dgm:prSet/>
      <dgm:spPr/>
      <dgm:t>
        <a:bodyPr/>
        <a:lstStyle/>
        <a:p>
          <a:endParaRPr lang="en-US"/>
        </a:p>
      </dgm:t>
    </dgm:pt>
    <dgm:pt modelId="{71CB4B3D-0DD7-454F-853C-F7763CBFC382}">
      <dgm:prSet/>
      <dgm:spPr/>
      <dgm:t>
        <a:bodyPr/>
        <a:lstStyle/>
        <a:p>
          <a:r>
            <a:rPr lang="en-SG"/>
            <a:t>dashboard-images.tar </a:t>
          </a:r>
          <a:endParaRPr lang="en-US"/>
        </a:p>
      </dgm:t>
    </dgm:pt>
    <dgm:pt modelId="{64648697-57DA-4904-97D0-8AE09D952DD7}" type="parTrans" cxnId="{3049E4D6-5E94-496C-8CD6-B6310198E5E9}">
      <dgm:prSet/>
      <dgm:spPr/>
      <dgm:t>
        <a:bodyPr/>
        <a:lstStyle/>
        <a:p>
          <a:endParaRPr lang="en-US"/>
        </a:p>
      </dgm:t>
    </dgm:pt>
    <dgm:pt modelId="{7BA45C0F-02C5-44D3-9E6B-9927D527EEFA}" type="sibTrans" cxnId="{3049E4D6-5E94-496C-8CD6-B6310198E5E9}">
      <dgm:prSet/>
      <dgm:spPr/>
      <dgm:t>
        <a:bodyPr/>
        <a:lstStyle/>
        <a:p>
          <a:endParaRPr lang="en-US"/>
        </a:p>
      </dgm:t>
    </dgm:pt>
    <dgm:pt modelId="{C088D7F0-44F8-491F-BB90-F2ED1E0A6CA4}">
      <dgm:prSet/>
      <dgm:spPr/>
      <dgm:t>
        <a:bodyPr/>
        <a:lstStyle/>
        <a:p>
          <a:r>
            <a:rPr lang="en-SG"/>
            <a:t>docker-compose.yml </a:t>
          </a:r>
          <a:endParaRPr lang="en-US"/>
        </a:p>
      </dgm:t>
    </dgm:pt>
    <dgm:pt modelId="{137909DC-4F4D-4EA6-A970-A4DA3CDCA9DC}" type="parTrans" cxnId="{6FDB5CE1-8F8C-444F-80A9-97B3C0C5E987}">
      <dgm:prSet/>
      <dgm:spPr/>
      <dgm:t>
        <a:bodyPr/>
        <a:lstStyle/>
        <a:p>
          <a:endParaRPr lang="en-US"/>
        </a:p>
      </dgm:t>
    </dgm:pt>
    <dgm:pt modelId="{D574B9C7-250A-4A69-9799-BCE680AAB2D8}" type="sibTrans" cxnId="{6FDB5CE1-8F8C-444F-80A9-97B3C0C5E987}">
      <dgm:prSet/>
      <dgm:spPr/>
      <dgm:t>
        <a:bodyPr/>
        <a:lstStyle/>
        <a:p>
          <a:endParaRPr lang="en-US"/>
        </a:p>
      </dgm:t>
    </dgm:pt>
    <dgm:pt modelId="{0BBF7373-6F2B-4946-846B-54FE40ED9B14}" type="pres">
      <dgm:prSet presAssocID="{F3790613-7DCD-40B9-916D-9C11625E741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3AE9EFF-6B57-4D06-93C2-77B87F46D898}" type="pres">
      <dgm:prSet presAssocID="{2640DA51-D0A4-4C29-843B-8DB286D5CF13}" presName="hierRoot1" presStyleCnt="0"/>
      <dgm:spPr/>
    </dgm:pt>
    <dgm:pt modelId="{32B29C91-B49F-4A82-9C99-568729A8273F}" type="pres">
      <dgm:prSet presAssocID="{2640DA51-D0A4-4C29-843B-8DB286D5CF13}" presName="composite" presStyleCnt="0"/>
      <dgm:spPr/>
    </dgm:pt>
    <dgm:pt modelId="{5F98938A-6FFD-46DA-9AE9-D00DEFC7F8D4}" type="pres">
      <dgm:prSet presAssocID="{2640DA51-D0A4-4C29-843B-8DB286D5CF13}" presName="background" presStyleLbl="node0" presStyleIdx="0" presStyleCnt="1"/>
      <dgm:spPr/>
    </dgm:pt>
    <dgm:pt modelId="{3D0CC1AB-450F-43A0-9B04-26CFC3F824D8}" type="pres">
      <dgm:prSet presAssocID="{2640DA51-D0A4-4C29-843B-8DB286D5CF13}" presName="text" presStyleLbl="fgAcc0" presStyleIdx="0" presStyleCnt="1">
        <dgm:presLayoutVars>
          <dgm:chPref val="3"/>
        </dgm:presLayoutVars>
      </dgm:prSet>
      <dgm:spPr/>
    </dgm:pt>
    <dgm:pt modelId="{42FF9CFF-D978-4891-8FDC-9749CCFC5D25}" type="pres">
      <dgm:prSet presAssocID="{2640DA51-D0A4-4C29-843B-8DB286D5CF13}" presName="hierChild2" presStyleCnt="0"/>
      <dgm:spPr/>
    </dgm:pt>
    <dgm:pt modelId="{E78C4D68-581E-4D95-B746-D2762C6DA1F1}" type="pres">
      <dgm:prSet presAssocID="{444CF98C-E959-4474-90E2-3CECBAFDDCA7}" presName="Name10" presStyleLbl="parChTrans1D2" presStyleIdx="0" presStyleCnt="3"/>
      <dgm:spPr/>
    </dgm:pt>
    <dgm:pt modelId="{E2D89AEE-69CF-4BD4-93B1-FFE51EB09CF2}" type="pres">
      <dgm:prSet presAssocID="{81BE3A66-B89B-46F8-8F87-E0B0124350FF}" presName="hierRoot2" presStyleCnt="0"/>
      <dgm:spPr/>
    </dgm:pt>
    <dgm:pt modelId="{067E6DF9-93A5-4D66-AD76-C5EFEDBD4622}" type="pres">
      <dgm:prSet presAssocID="{81BE3A66-B89B-46F8-8F87-E0B0124350FF}" presName="composite2" presStyleCnt="0"/>
      <dgm:spPr/>
    </dgm:pt>
    <dgm:pt modelId="{B6A71E85-0A02-42A0-9A97-0C9227EAC554}" type="pres">
      <dgm:prSet presAssocID="{81BE3A66-B89B-46F8-8F87-E0B0124350FF}" presName="background2" presStyleLbl="node2" presStyleIdx="0" presStyleCnt="3"/>
      <dgm:spPr/>
    </dgm:pt>
    <dgm:pt modelId="{2D1C0419-57D5-4A4F-845D-D53FA90868F2}" type="pres">
      <dgm:prSet presAssocID="{81BE3A66-B89B-46F8-8F87-E0B0124350FF}" presName="text2" presStyleLbl="fgAcc2" presStyleIdx="0" presStyleCnt="3">
        <dgm:presLayoutVars>
          <dgm:chPref val="3"/>
        </dgm:presLayoutVars>
      </dgm:prSet>
      <dgm:spPr/>
    </dgm:pt>
    <dgm:pt modelId="{E1A8BC2A-0F55-4208-BD7A-C4A21C8CFD12}" type="pres">
      <dgm:prSet presAssocID="{81BE3A66-B89B-46F8-8F87-E0B0124350FF}" presName="hierChild3" presStyleCnt="0"/>
      <dgm:spPr/>
    </dgm:pt>
    <dgm:pt modelId="{FD1C645E-07F9-4AF1-98A4-63FB3115FE4C}" type="pres">
      <dgm:prSet presAssocID="{64648697-57DA-4904-97D0-8AE09D952DD7}" presName="Name10" presStyleLbl="parChTrans1D2" presStyleIdx="1" presStyleCnt="3"/>
      <dgm:spPr/>
    </dgm:pt>
    <dgm:pt modelId="{F3603DB3-97EB-4AD7-9678-D37CBB3F498E}" type="pres">
      <dgm:prSet presAssocID="{71CB4B3D-0DD7-454F-853C-F7763CBFC382}" presName="hierRoot2" presStyleCnt="0"/>
      <dgm:spPr/>
    </dgm:pt>
    <dgm:pt modelId="{0E5BBC9C-5A2E-472E-991D-A958AFF91523}" type="pres">
      <dgm:prSet presAssocID="{71CB4B3D-0DD7-454F-853C-F7763CBFC382}" presName="composite2" presStyleCnt="0"/>
      <dgm:spPr/>
    </dgm:pt>
    <dgm:pt modelId="{85D6505B-F592-4362-ADC0-BB6BEBB36EAC}" type="pres">
      <dgm:prSet presAssocID="{71CB4B3D-0DD7-454F-853C-F7763CBFC382}" presName="background2" presStyleLbl="node2" presStyleIdx="1" presStyleCnt="3"/>
      <dgm:spPr/>
    </dgm:pt>
    <dgm:pt modelId="{4035FB5E-3EC4-45BC-9538-31E53AB9348B}" type="pres">
      <dgm:prSet presAssocID="{71CB4B3D-0DD7-454F-853C-F7763CBFC382}" presName="text2" presStyleLbl="fgAcc2" presStyleIdx="1" presStyleCnt="3">
        <dgm:presLayoutVars>
          <dgm:chPref val="3"/>
        </dgm:presLayoutVars>
      </dgm:prSet>
      <dgm:spPr/>
    </dgm:pt>
    <dgm:pt modelId="{85DE021C-6B77-434A-AAF1-807981D39353}" type="pres">
      <dgm:prSet presAssocID="{71CB4B3D-0DD7-454F-853C-F7763CBFC382}" presName="hierChild3" presStyleCnt="0"/>
      <dgm:spPr/>
    </dgm:pt>
    <dgm:pt modelId="{4ABE56F0-B6D2-4264-B2E9-C8E2E73B68B2}" type="pres">
      <dgm:prSet presAssocID="{137909DC-4F4D-4EA6-A970-A4DA3CDCA9DC}" presName="Name10" presStyleLbl="parChTrans1D2" presStyleIdx="2" presStyleCnt="3"/>
      <dgm:spPr/>
    </dgm:pt>
    <dgm:pt modelId="{AC3BDC1B-DAFE-4ABA-B066-D74370B1BDD0}" type="pres">
      <dgm:prSet presAssocID="{C088D7F0-44F8-491F-BB90-F2ED1E0A6CA4}" presName="hierRoot2" presStyleCnt="0"/>
      <dgm:spPr/>
    </dgm:pt>
    <dgm:pt modelId="{675FE3B0-A688-4875-BCAB-0D6CDA900DD3}" type="pres">
      <dgm:prSet presAssocID="{C088D7F0-44F8-491F-BB90-F2ED1E0A6CA4}" presName="composite2" presStyleCnt="0"/>
      <dgm:spPr/>
    </dgm:pt>
    <dgm:pt modelId="{BB79407E-C406-4F26-A9CC-37D269326C69}" type="pres">
      <dgm:prSet presAssocID="{C088D7F0-44F8-491F-BB90-F2ED1E0A6CA4}" presName="background2" presStyleLbl="node2" presStyleIdx="2" presStyleCnt="3"/>
      <dgm:spPr/>
    </dgm:pt>
    <dgm:pt modelId="{1966041E-D2C7-479F-87BE-586565AC0C62}" type="pres">
      <dgm:prSet presAssocID="{C088D7F0-44F8-491F-BB90-F2ED1E0A6CA4}" presName="text2" presStyleLbl="fgAcc2" presStyleIdx="2" presStyleCnt="3">
        <dgm:presLayoutVars>
          <dgm:chPref val="3"/>
        </dgm:presLayoutVars>
      </dgm:prSet>
      <dgm:spPr/>
    </dgm:pt>
    <dgm:pt modelId="{3A51CCED-29F7-43B0-A63E-B250932DF36D}" type="pres">
      <dgm:prSet presAssocID="{C088D7F0-44F8-491F-BB90-F2ED1E0A6CA4}" presName="hierChild3" presStyleCnt="0"/>
      <dgm:spPr/>
    </dgm:pt>
  </dgm:ptLst>
  <dgm:cxnLst>
    <dgm:cxn modelId="{AB607508-16FB-4D94-BB54-7F7AD027F169}" type="presOf" srcId="{81BE3A66-B89B-46F8-8F87-E0B0124350FF}" destId="{2D1C0419-57D5-4A4F-845D-D53FA90868F2}" srcOrd="0" destOrd="0" presId="urn:microsoft.com/office/officeart/2005/8/layout/hierarchy1"/>
    <dgm:cxn modelId="{6204BB49-CA2E-44A4-9FA8-677E1F5956A2}" type="presOf" srcId="{444CF98C-E959-4474-90E2-3CECBAFDDCA7}" destId="{E78C4D68-581E-4D95-B746-D2762C6DA1F1}" srcOrd="0" destOrd="0" presId="urn:microsoft.com/office/officeart/2005/8/layout/hierarchy1"/>
    <dgm:cxn modelId="{B0A73A4D-159D-4A52-B5E2-6F162C4F24D3}" type="presOf" srcId="{64648697-57DA-4904-97D0-8AE09D952DD7}" destId="{FD1C645E-07F9-4AF1-98A4-63FB3115FE4C}" srcOrd="0" destOrd="0" presId="urn:microsoft.com/office/officeart/2005/8/layout/hierarchy1"/>
    <dgm:cxn modelId="{274284AB-ED64-4FA5-8D37-43EB49017910}" type="presOf" srcId="{2640DA51-D0A4-4C29-843B-8DB286D5CF13}" destId="{3D0CC1AB-450F-43A0-9B04-26CFC3F824D8}" srcOrd="0" destOrd="0" presId="urn:microsoft.com/office/officeart/2005/8/layout/hierarchy1"/>
    <dgm:cxn modelId="{3E90FEAB-D81D-456E-A615-B609D97F2537}" srcId="{2640DA51-D0A4-4C29-843B-8DB286D5CF13}" destId="{81BE3A66-B89B-46F8-8F87-E0B0124350FF}" srcOrd="0" destOrd="0" parTransId="{444CF98C-E959-4474-90E2-3CECBAFDDCA7}" sibTransId="{D740CBBC-B1A0-4F5C-B90B-2CFF54AC2356}"/>
    <dgm:cxn modelId="{B4BECDAC-D747-4023-9928-9FF2DB3F9EEA}" type="presOf" srcId="{71CB4B3D-0DD7-454F-853C-F7763CBFC382}" destId="{4035FB5E-3EC4-45BC-9538-31E53AB9348B}" srcOrd="0" destOrd="0" presId="urn:microsoft.com/office/officeart/2005/8/layout/hierarchy1"/>
    <dgm:cxn modelId="{ECC160AE-B1FE-40EF-A3BC-F7019900F1A4}" type="presOf" srcId="{C088D7F0-44F8-491F-BB90-F2ED1E0A6CA4}" destId="{1966041E-D2C7-479F-87BE-586565AC0C62}" srcOrd="0" destOrd="0" presId="urn:microsoft.com/office/officeart/2005/8/layout/hierarchy1"/>
    <dgm:cxn modelId="{FDF1F0D2-9E8E-4596-AE42-9E75A3F1ED00}" srcId="{F3790613-7DCD-40B9-916D-9C11625E7411}" destId="{2640DA51-D0A4-4C29-843B-8DB286D5CF13}" srcOrd="0" destOrd="0" parTransId="{3D08B750-F8CF-4161-AAB4-88BC47305D52}" sibTransId="{94DCBFC6-1242-4BF3-AA3D-08EE8C860B7D}"/>
    <dgm:cxn modelId="{3049E4D6-5E94-496C-8CD6-B6310198E5E9}" srcId="{2640DA51-D0A4-4C29-843B-8DB286D5CF13}" destId="{71CB4B3D-0DD7-454F-853C-F7763CBFC382}" srcOrd="1" destOrd="0" parTransId="{64648697-57DA-4904-97D0-8AE09D952DD7}" sibTransId="{7BA45C0F-02C5-44D3-9E6B-9927D527EEFA}"/>
    <dgm:cxn modelId="{6FDB5CE1-8F8C-444F-80A9-97B3C0C5E987}" srcId="{2640DA51-D0A4-4C29-843B-8DB286D5CF13}" destId="{C088D7F0-44F8-491F-BB90-F2ED1E0A6CA4}" srcOrd="2" destOrd="0" parTransId="{137909DC-4F4D-4EA6-A970-A4DA3CDCA9DC}" sibTransId="{D574B9C7-250A-4A69-9799-BCE680AAB2D8}"/>
    <dgm:cxn modelId="{36FF09E5-CE33-4DAB-A635-02A38FEB637B}" type="presOf" srcId="{137909DC-4F4D-4EA6-A970-A4DA3CDCA9DC}" destId="{4ABE56F0-B6D2-4264-B2E9-C8E2E73B68B2}" srcOrd="0" destOrd="0" presId="urn:microsoft.com/office/officeart/2005/8/layout/hierarchy1"/>
    <dgm:cxn modelId="{D54BB7F8-B0E8-4E5D-9339-3783759275BA}" type="presOf" srcId="{F3790613-7DCD-40B9-916D-9C11625E7411}" destId="{0BBF7373-6F2B-4946-846B-54FE40ED9B14}" srcOrd="0" destOrd="0" presId="urn:microsoft.com/office/officeart/2005/8/layout/hierarchy1"/>
    <dgm:cxn modelId="{739A63A2-1D59-4A7E-B21C-2B128CDB1D43}" type="presParOf" srcId="{0BBF7373-6F2B-4946-846B-54FE40ED9B14}" destId="{B3AE9EFF-6B57-4D06-93C2-77B87F46D898}" srcOrd="0" destOrd="0" presId="urn:microsoft.com/office/officeart/2005/8/layout/hierarchy1"/>
    <dgm:cxn modelId="{1EBD7383-6A36-4B93-9474-F4F3F4D3C940}" type="presParOf" srcId="{B3AE9EFF-6B57-4D06-93C2-77B87F46D898}" destId="{32B29C91-B49F-4A82-9C99-568729A8273F}" srcOrd="0" destOrd="0" presId="urn:microsoft.com/office/officeart/2005/8/layout/hierarchy1"/>
    <dgm:cxn modelId="{3187AFC9-129F-4C2E-B4FB-D587FA74C13A}" type="presParOf" srcId="{32B29C91-B49F-4A82-9C99-568729A8273F}" destId="{5F98938A-6FFD-46DA-9AE9-D00DEFC7F8D4}" srcOrd="0" destOrd="0" presId="urn:microsoft.com/office/officeart/2005/8/layout/hierarchy1"/>
    <dgm:cxn modelId="{876E2977-8EF6-4D3A-B800-B50FC159B380}" type="presParOf" srcId="{32B29C91-B49F-4A82-9C99-568729A8273F}" destId="{3D0CC1AB-450F-43A0-9B04-26CFC3F824D8}" srcOrd="1" destOrd="0" presId="urn:microsoft.com/office/officeart/2005/8/layout/hierarchy1"/>
    <dgm:cxn modelId="{EB44EBFF-FC78-4FAD-AE7D-A722925E3611}" type="presParOf" srcId="{B3AE9EFF-6B57-4D06-93C2-77B87F46D898}" destId="{42FF9CFF-D978-4891-8FDC-9749CCFC5D25}" srcOrd="1" destOrd="0" presId="urn:microsoft.com/office/officeart/2005/8/layout/hierarchy1"/>
    <dgm:cxn modelId="{9D83334D-2F69-4C83-84C6-1E338C443CBD}" type="presParOf" srcId="{42FF9CFF-D978-4891-8FDC-9749CCFC5D25}" destId="{E78C4D68-581E-4D95-B746-D2762C6DA1F1}" srcOrd="0" destOrd="0" presId="urn:microsoft.com/office/officeart/2005/8/layout/hierarchy1"/>
    <dgm:cxn modelId="{E5C96873-D18F-49CD-9BF4-CA6894A79FED}" type="presParOf" srcId="{42FF9CFF-D978-4891-8FDC-9749CCFC5D25}" destId="{E2D89AEE-69CF-4BD4-93B1-FFE51EB09CF2}" srcOrd="1" destOrd="0" presId="urn:microsoft.com/office/officeart/2005/8/layout/hierarchy1"/>
    <dgm:cxn modelId="{6C9C2C8C-AD60-423F-917E-508BF992A2C9}" type="presParOf" srcId="{E2D89AEE-69CF-4BD4-93B1-FFE51EB09CF2}" destId="{067E6DF9-93A5-4D66-AD76-C5EFEDBD4622}" srcOrd="0" destOrd="0" presId="urn:microsoft.com/office/officeart/2005/8/layout/hierarchy1"/>
    <dgm:cxn modelId="{A0564F85-1F73-43EC-8ADE-62BE57EA5C48}" type="presParOf" srcId="{067E6DF9-93A5-4D66-AD76-C5EFEDBD4622}" destId="{B6A71E85-0A02-42A0-9A97-0C9227EAC554}" srcOrd="0" destOrd="0" presId="urn:microsoft.com/office/officeart/2005/8/layout/hierarchy1"/>
    <dgm:cxn modelId="{90693D84-9B70-4FAB-9154-425189781E43}" type="presParOf" srcId="{067E6DF9-93A5-4D66-AD76-C5EFEDBD4622}" destId="{2D1C0419-57D5-4A4F-845D-D53FA90868F2}" srcOrd="1" destOrd="0" presId="urn:microsoft.com/office/officeart/2005/8/layout/hierarchy1"/>
    <dgm:cxn modelId="{E393CC6D-BA3E-4101-9974-D8CCCE26A984}" type="presParOf" srcId="{E2D89AEE-69CF-4BD4-93B1-FFE51EB09CF2}" destId="{E1A8BC2A-0F55-4208-BD7A-C4A21C8CFD12}" srcOrd="1" destOrd="0" presId="urn:microsoft.com/office/officeart/2005/8/layout/hierarchy1"/>
    <dgm:cxn modelId="{F9AB35CE-1592-44C6-B120-020CD0BC2212}" type="presParOf" srcId="{42FF9CFF-D978-4891-8FDC-9749CCFC5D25}" destId="{FD1C645E-07F9-4AF1-98A4-63FB3115FE4C}" srcOrd="2" destOrd="0" presId="urn:microsoft.com/office/officeart/2005/8/layout/hierarchy1"/>
    <dgm:cxn modelId="{E1A1E3EA-F869-4996-934B-7F553FB8BCFD}" type="presParOf" srcId="{42FF9CFF-D978-4891-8FDC-9749CCFC5D25}" destId="{F3603DB3-97EB-4AD7-9678-D37CBB3F498E}" srcOrd="3" destOrd="0" presId="urn:microsoft.com/office/officeart/2005/8/layout/hierarchy1"/>
    <dgm:cxn modelId="{FAA0E9D3-4BF5-4D9F-A65B-519F7B48B012}" type="presParOf" srcId="{F3603DB3-97EB-4AD7-9678-D37CBB3F498E}" destId="{0E5BBC9C-5A2E-472E-991D-A958AFF91523}" srcOrd="0" destOrd="0" presId="urn:microsoft.com/office/officeart/2005/8/layout/hierarchy1"/>
    <dgm:cxn modelId="{4DFBB692-EFA4-4A1D-B6CA-F04D4C29B86F}" type="presParOf" srcId="{0E5BBC9C-5A2E-472E-991D-A958AFF91523}" destId="{85D6505B-F592-4362-ADC0-BB6BEBB36EAC}" srcOrd="0" destOrd="0" presId="urn:microsoft.com/office/officeart/2005/8/layout/hierarchy1"/>
    <dgm:cxn modelId="{C13F4105-061A-4662-976D-E2A15FB1B883}" type="presParOf" srcId="{0E5BBC9C-5A2E-472E-991D-A958AFF91523}" destId="{4035FB5E-3EC4-45BC-9538-31E53AB9348B}" srcOrd="1" destOrd="0" presId="urn:microsoft.com/office/officeart/2005/8/layout/hierarchy1"/>
    <dgm:cxn modelId="{872161BA-E6C7-42C3-AC81-464BF8023409}" type="presParOf" srcId="{F3603DB3-97EB-4AD7-9678-D37CBB3F498E}" destId="{85DE021C-6B77-434A-AAF1-807981D39353}" srcOrd="1" destOrd="0" presId="urn:microsoft.com/office/officeart/2005/8/layout/hierarchy1"/>
    <dgm:cxn modelId="{C285D742-C2FB-4331-B956-06F505CEF852}" type="presParOf" srcId="{42FF9CFF-D978-4891-8FDC-9749CCFC5D25}" destId="{4ABE56F0-B6D2-4264-B2E9-C8E2E73B68B2}" srcOrd="4" destOrd="0" presId="urn:microsoft.com/office/officeart/2005/8/layout/hierarchy1"/>
    <dgm:cxn modelId="{6378CB96-6391-4FA2-83F7-3FBD88BC56E7}" type="presParOf" srcId="{42FF9CFF-D978-4891-8FDC-9749CCFC5D25}" destId="{AC3BDC1B-DAFE-4ABA-B066-D74370B1BDD0}" srcOrd="5" destOrd="0" presId="urn:microsoft.com/office/officeart/2005/8/layout/hierarchy1"/>
    <dgm:cxn modelId="{3A58622B-788D-4ED8-9364-BEF19915B806}" type="presParOf" srcId="{AC3BDC1B-DAFE-4ABA-B066-D74370B1BDD0}" destId="{675FE3B0-A688-4875-BCAB-0D6CDA900DD3}" srcOrd="0" destOrd="0" presId="urn:microsoft.com/office/officeart/2005/8/layout/hierarchy1"/>
    <dgm:cxn modelId="{C5385DDC-8067-465B-875B-E139D82704EA}" type="presParOf" srcId="{675FE3B0-A688-4875-BCAB-0D6CDA900DD3}" destId="{BB79407E-C406-4F26-A9CC-37D269326C69}" srcOrd="0" destOrd="0" presId="urn:microsoft.com/office/officeart/2005/8/layout/hierarchy1"/>
    <dgm:cxn modelId="{80704F87-0B7C-41C6-BD78-9470970E983E}" type="presParOf" srcId="{675FE3B0-A688-4875-BCAB-0D6CDA900DD3}" destId="{1966041E-D2C7-479F-87BE-586565AC0C62}" srcOrd="1" destOrd="0" presId="urn:microsoft.com/office/officeart/2005/8/layout/hierarchy1"/>
    <dgm:cxn modelId="{6782F509-6B4F-41EA-9201-634AF8CF01A9}" type="presParOf" srcId="{AC3BDC1B-DAFE-4ABA-B066-D74370B1BDD0}" destId="{3A51CCED-29F7-43B0-A63E-B250932DF36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E50971D-CD6D-40CA-9640-AAF4781C2C2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4C757F5C-2785-4D1A-AF3D-024E74DFEA51}">
      <dgm:prSet/>
      <dgm:spPr/>
      <dgm:t>
        <a:bodyPr/>
        <a:lstStyle/>
        <a:p>
          <a:r>
            <a:rPr lang="en-US"/>
            <a:t>Before using the system, please make sure:</a:t>
          </a:r>
        </a:p>
      </dgm:t>
    </dgm:pt>
    <dgm:pt modelId="{613177C9-E43F-41EB-B7BF-D3376CFF13A8}" type="parTrans" cxnId="{84429EEA-9DE6-4AF3-9495-80E5B49E97D8}">
      <dgm:prSet/>
      <dgm:spPr/>
      <dgm:t>
        <a:bodyPr/>
        <a:lstStyle/>
        <a:p>
          <a:endParaRPr lang="en-US"/>
        </a:p>
      </dgm:t>
    </dgm:pt>
    <dgm:pt modelId="{DB906BE9-CF4D-4C4C-BBEB-48F95DF05203}" type="sibTrans" cxnId="{84429EEA-9DE6-4AF3-9495-80E5B49E97D8}">
      <dgm:prSet/>
      <dgm:spPr/>
      <dgm:t>
        <a:bodyPr/>
        <a:lstStyle/>
        <a:p>
          <a:endParaRPr lang="en-US"/>
        </a:p>
      </dgm:t>
    </dgm:pt>
    <dgm:pt modelId="{6361EB4D-6C03-47DE-94A8-BE03C1148CAE}">
      <dgm:prSet/>
      <dgm:spPr/>
      <dgm:t>
        <a:bodyPr/>
        <a:lstStyle/>
        <a:p>
          <a:r>
            <a:rPr lang="en-US"/>
            <a:t>Docker Desktop is installed </a:t>
          </a:r>
        </a:p>
      </dgm:t>
    </dgm:pt>
    <dgm:pt modelId="{1307711D-A552-4372-8FD0-2B7C4D17D133}" type="parTrans" cxnId="{1608EBC0-ABCB-4455-B992-A5A55E1CF6FC}">
      <dgm:prSet/>
      <dgm:spPr/>
      <dgm:t>
        <a:bodyPr/>
        <a:lstStyle/>
        <a:p>
          <a:endParaRPr lang="en-US"/>
        </a:p>
      </dgm:t>
    </dgm:pt>
    <dgm:pt modelId="{0E4851C5-65D1-45A6-9879-E3B86DFC8C18}" type="sibTrans" cxnId="{1608EBC0-ABCB-4455-B992-A5A55E1CF6FC}">
      <dgm:prSet/>
      <dgm:spPr/>
      <dgm:t>
        <a:bodyPr/>
        <a:lstStyle/>
        <a:p>
          <a:endParaRPr lang="en-US"/>
        </a:p>
      </dgm:t>
    </dgm:pt>
    <dgm:pt modelId="{02DF4F7B-3DDE-48CD-9E85-3037B11382F6}">
      <dgm:prSet/>
      <dgm:spPr/>
      <dgm:t>
        <a:bodyPr/>
        <a:lstStyle/>
        <a:p>
          <a:r>
            <a:rPr lang="en-US"/>
            <a:t>Docker Desktop is running </a:t>
          </a:r>
        </a:p>
      </dgm:t>
    </dgm:pt>
    <dgm:pt modelId="{D4822BE2-B295-43CD-B418-A5AE58E768E1}" type="parTrans" cxnId="{4A157320-1A36-46BB-9458-D61090190FE3}">
      <dgm:prSet/>
      <dgm:spPr/>
      <dgm:t>
        <a:bodyPr/>
        <a:lstStyle/>
        <a:p>
          <a:endParaRPr lang="en-US"/>
        </a:p>
      </dgm:t>
    </dgm:pt>
    <dgm:pt modelId="{7F865864-FE34-4D9F-AF35-DA00D0C70C6C}" type="sibTrans" cxnId="{4A157320-1A36-46BB-9458-D61090190FE3}">
      <dgm:prSet/>
      <dgm:spPr/>
      <dgm:t>
        <a:bodyPr/>
        <a:lstStyle/>
        <a:p>
          <a:endParaRPr lang="en-US"/>
        </a:p>
      </dgm:t>
    </dgm:pt>
    <dgm:pt modelId="{74650009-49AF-4566-B012-A41F29438753}">
      <dgm:prSet/>
      <dgm:spPr/>
      <dgm:t>
        <a:bodyPr/>
        <a:lstStyle/>
        <a:p>
          <a:r>
            <a:rPr lang="en-US"/>
            <a:t>A web browser is available </a:t>
          </a:r>
        </a:p>
      </dgm:t>
    </dgm:pt>
    <dgm:pt modelId="{F09765F4-8E82-46EC-BEB6-1A306C44694A}" type="parTrans" cxnId="{E706FFE2-9C5C-47E6-BA38-B1ADB56314F3}">
      <dgm:prSet/>
      <dgm:spPr/>
      <dgm:t>
        <a:bodyPr/>
        <a:lstStyle/>
        <a:p>
          <a:endParaRPr lang="en-US"/>
        </a:p>
      </dgm:t>
    </dgm:pt>
    <dgm:pt modelId="{053034CB-7DF1-47B5-AD3D-22C3AAD5EC6E}" type="sibTrans" cxnId="{E706FFE2-9C5C-47E6-BA38-B1ADB56314F3}">
      <dgm:prSet/>
      <dgm:spPr/>
      <dgm:t>
        <a:bodyPr/>
        <a:lstStyle/>
        <a:p>
          <a:endParaRPr lang="en-US"/>
        </a:p>
      </dgm:t>
    </dgm:pt>
    <dgm:pt modelId="{4E6DC954-B23C-48D0-BA38-BEF7FD2F1E2D}">
      <dgm:prSet/>
      <dgm:spPr/>
      <dgm:t>
        <a:bodyPr/>
        <a:lstStyle/>
        <a:p>
          <a:r>
            <a:rPr lang="en-US"/>
            <a:t>All provided files are kept in the same folder</a:t>
          </a:r>
        </a:p>
      </dgm:t>
    </dgm:pt>
    <dgm:pt modelId="{2FEF6391-F839-4F45-ADA5-7D87DB10B790}" type="parTrans" cxnId="{8D02724C-5838-4ABF-A247-D076A0490ED0}">
      <dgm:prSet/>
      <dgm:spPr/>
      <dgm:t>
        <a:bodyPr/>
        <a:lstStyle/>
        <a:p>
          <a:endParaRPr lang="en-US"/>
        </a:p>
      </dgm:t>
    </dgm:pt>
    <dgm:pt modelId="{E7D14DBC-43EC-44DF-A0F3-FD113AC36D72}" type="sibTrans" cxnId="{8D02724C-5838-4ABF-A247-D076A0490ED0}">
      <dgm:prSet/>
      <dgm:spPr/>
      <dgm:t>
        <a:bodyPr/>
        <a:lstStyle/>
        <a:p>
          <a:endParaRPr lang="en-US"/>
        </a:p>
      </dgm:t>
    </dgm:pt>
    <dgm:pt modelId="{E0CC2030-B3A3-4F1C-B991-0253AB892CFF}" type="pres">
      <dgm:prSet presAssocID="{BE50971D-CD6D-40CA-9640-AAF4781C2C28}" presName="root" presStyleCnt="0">
        <dgm:presLayoutVars>
          <dgm:dir/>
          <dgm:resizeHandles val="exact"/>
        </dgm:presLayoutVars>
      </dgm:prSet>
      <dgm:spPr/>
    </dgm:pt>
    <dgm:pt modelId="{9ACFD299-4C62-4AE6-B1C5-DB9FEE484CE8}" type="pres">
      <dgm:prSet presAssocID="{4C757F5C-2785-4D1A-AF3D-024E74DFEA51}" presName="compNode" presStyleCnt="0"/>
      <dgm:spPr/>
    </dgm:pt>
    <dgm:pt modelId="{C2BF491F-6F38-4E28-9E85-D2B0886BF702}" type="pres">
      <dgm:prSet presAssocID="{4C757F5C-2785-4D1A-AF3D-024E74DFEA51}" presName="bgRect" presStyleLbl="bgShp" presStyleIdx="0" presStyleCnt="5"/>
      <dgm:spPr/>
    </dgm:pt>
    <dgm:pt modelId="{79779825-B445-450A-A44E-C029DD19687E}" type="pres">
      <dgm:prSet presAssocID="{4C757F5C-2785-4D1A-AF3D-024E74DFEA51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4774C60C-35C1-4A77-A2D8-B56E1656B7A7}" type="pres">
      <dgm:prSet presAssocID="{4C757F5C-2785-4D1A-AF3D-024E74DFEA51}" presName="spaceRect" presStyleCnt="0"/>
      <dgm:spPr/>
    </dgm:pt>
    <dgm:pt modelId="{0FA11D60-8B1A-456B-AA79-6126A4B0631F}" type="pres">
      <dgm:prSet presAssocID="{4C757F5C-2785-4D1A-AF3D-024E74DFEA51}" presName="parTx" presStyleLbl="revTx" presStyleIdx="0" presStyleCnt="5">
        <dgm:presLayoutVars>
          <dgm:chMax val="0"/>
          <dgm:chPref val="0"/>
        </dgm:presLayoutVars>
      </dgm:prSet>
      <dgm:spPr/>
    </dgm:pt>
    <dgm:pt modelId="{FCED3D00-2BC5-4766-A1F0-B016A15A788B}" type="pres">
      <dgm:prSet presAssocID="{DB906BE9-CF4D-4C4C-BBEB-48F95DF05203}" presName="sibTrans" presStyleCnt="0"/>
      <dgm:spPr/>
    </dgm:pt>
    <dgm:pt modelId="{8418F581-7203-4DFD-936D-84DF39AA4223}" type="pres">
      <dgm:prSet presAssocID="{6361EB4D-6C03-47DE-94A8-BE03C1148CAE}" presName="compNode" presStyleCnt="0"/>
      <dgm:spPr/>
    </dgm:pt>
    <dgm:pt modelId="{F20A61B2-767B-4C8C-890B-F64CB5471B2C}" type="pres">
      <dgm:prSet presAssocID="{6361EB4D-6C03-47DE-94A8-BE03C1148CAE}" presName="bgRect" presStyleLbl="bgShp" presStyleIdx="1" presStyleCnt="5"/>
      <dgm:spPr/>
    </dgm:pt>
    <dgm:pt modelId="{96005466-05FE-4D61-9822-2299B25E7375}" type="pres">
      <dgm:prSet presAssocID="{6361EB4D-6C03-47DE-94A8-BE03C1148CAE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6B57E6F6-CE27-4B83-B599-9B7A8806A8A4}" type="pres">
      <dgm:prSet presAssocID="{6361EB4D-6C03-47DE-94A8-BE03C1148CAE}" presName="spaceRect" presStyleCnt="0"/>
      <dgm:spPr/>
    </dgm:pt>
    <dgm:pt modelId="{F96F581B-88B7-44E8-BCBE-4773AB220D45}" type="pres">
      <dgm:prSet presAssocID="{6361EB4D-6C03-47DE-94A8-BE03C1148CAE}" presName="parTx" presStyleLbl="revTx" presStyleIdx="1" presStyleCnt="5">
        <dgm:presLayoutVars>
          <dgm:chMax val="0"/>
          <dgm:chPref val="0"/>
        </dgm:presLayoutVars>
      </dgm:prSet>
      <dgm:spPr/>
    </dgm:pt>
    <dgm:pt modelId="{FA662FED-5A3B-4A4C-B8E2-D39625F73AA1}" type="pres">
      <dgm:prSet presAssocID="{0E4851C5-65D1-45A6-9879-E3B86DFC8C18}" presName="sibTrans" presStyleCnt="0"/>
      <dgm:spPr/>
    </dgm:pt>
    <dgm:pt modelId="{0D92740D-A209-4728-9132-FF944A6893AE}" type="pres">
      <dgm:prSet presAssocID="{02DF4F7B-3DDE-48CD-9E85-3037B11382F6}" presName="compNode" presStyleCnt="0"/>
      <dgm:spPr/>
    </dgm:pt>
    <dgm:pt modelId="{9C4EB1A2-489B-4E08-B626-394052E89D1F}" type="pres">
      <dgm:prSet presAssocID="{02DF4F7B-3DDE-48CD-9E85-3037B11382F6}" presName="bgRect" presStyleLbl="bgShp" presStyleIdx="2" presStyleCnt="5"/>
      <dgm:spPr/>
    </dgm:pt>
    <dgm:pt modelId="{5F23A00C-5778-442B-ADD7-7B1DCCB10443}" type="pres">
      <dgm:prSet presAssocID="{02DF4F7B-3DDE-48CD-9E85-3037B11382F6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D1157429-1469-4BE8-BB75-007EAEFAED6A}" type="pres">
      <dgm:prSet presAssocID="{02DF4F7B-3DDE-48CD-9E85-3037B11382F6}" presName="spaceRect" presStyleCnt="0"/>
      <dgm:spPr/>
    </dgm:pt>
    <dgm:pt modelId="{21336CAD-D3DA-4806-9161-31959965CD62}" type="pres">
      <dgm:prSet presAssocID="{02DF4F7B-3DDE-48CD-9E85-3037B11382F6}" presName="parTx" presStyleLbl="revTx" presStyleIdx="2" presStyleCnt="5">
        <dgm:presLayoutVars>
          <dgm:chMax val="0"/>
          <dgm:chPref val="0"/>
        </dgm:presLayoutVars>
      </dgm:prSet>
      <dgm:spPr/>
    </dgm:pt>
    <dgm:pt modelId="{825D5B4F-FCD7-49F9-8D61-AFD1ED3686B7}" type="pres">
      <dgm:prSet presAssocID="{7F865864-FE34-4D9F-AF35-DA00D0C70C6C}" presName="sibTrans" presStyleCnt="0"/>
      <dgm:spPr/>
    </dgm:pt>
    <dgm:pt modelId="{9BECEA96-EE73-4AFF-A4A1-057E01528A4C}" type="pres">
      <dgm:prSet presAssocID="{74650009-49AF-4566-B012-A41F29438753}" presName="compNode" presStyleCnt="0"/>
      <dgm:spPr/>
    </dgm:pt>
    <dgm:pt modelId="{36AE29D9-8FEC-4448-8F62-DD8B23578922}" type="pres">
      <dgm:prSet presAssocID="{74650009-49AF-4566-B012-A41F29438753}" presName="bgRect" presStyleLbl="bgShp" presStyleIdx="3" presStyleCnt="5"/>
      <dgm:spPr/>
    </dgm:pt>
    <dgm:pt modelId="{6FDCCA40-BB9F-4F1A-996E-EE04551CAAD6}" type="pres">
      <dgm:prSet presAssocID="{74650009-49AF-4566-B012-A41F29438753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C527EABE-28E5-446D-A213-7EF66D8F7D81}" type="pres">
      <dgm:prSet presAssocID="{74650009-49AF-4566-B012-A41F29438753}" presName="spaceRect" presStyleCnt="0"/>
      <dgm:spPr/>
    </dgm:pt>
    <dgm:pt modelId="{8CD9890B-DBAB-45BD-A224-2E3C92B50B28}" type="pres">
      <dgm:prSet presAssocID="{74650009-49AF-4566-B012-A41F29438753}" presName="parTx" presStyleLbl="revTx" presStyleIdx="3" presStyleCnt="5">
        <dgm:presLayoutVars>
          <dgm:chMax val="0"/>
          <dgm:chPref val="0"/>
        </dgm:presLayoutVars>
      </dgm:prSet>
      <dgm:spPr/>
    </dgm:pt>
    <dgm:pt modelId="{F41ECA9A-7059-4C45-A3E7-38D2C8CA34E4}" type="pres">
      <dgm:prSet presAssocID="{053034CB-7DF1-47B5-AD3D-22C3AAD5EC6E}" presName="sibTrans" presStyleCnt="0"/>
      <dgm:spPr/>
    </dgm:pt>
    <dgm:pt modelId="{69636730-816E-4781-BF5E-7F4AC400DBB5}" type="pres">
      <dgm:prSet presAssocID="{4E6DC954-B23C-48D0-BA38-BEF7FD2F1E2D}" presName="compNode" presStyleCnt="0"/>
      <dgm:spPr/>
    </dgm:pt>
    <dgm:pt modelId="{C9E47A21-692C-453A-BB5B-9877707F2369}" type="pres">
      <dgm:prSet presAssocID="{4E6DC954-B23C-48D0-BA38-BEF7FD2F1E2D}" presName="bgRect" presStyleLbl="bgShp" presStyleIdx="4" presStyleCnt="5"/>
      <dgm:spPr/>
    </dgm:pt>
    <dgm:pt modelId="{11505A57-F182-4895-BD7A-9B8EF00C11B1}" type="pres">
      <dgm:prSet presAssocID="{4E6DC954-B23C-48D0-BA38-BEF7FD2F1E2D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22DDB7D0-FB55-4CA7-9C26-51A7269388F0}" type="pres">
      <dgm:prSet presAssocID="{4E6DC954-B23C-48D0-BA38-BEF7FD2F1E2D}" presName="spaceRect" presStyleCnt="0"/>
      <dgm:spPr/>
    </dgm:pt>
    <dgm:pt modelId="{509CE232-30FA-4966-A4DC-FC9808E32DF5}" type="pres">
      <dgm:prSet presAssocID="{4E6DC954-B23C-48D0-BA38-BEF7FD2F1E2D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254D0319-E53E-4156-9CDF-D76636479CD0}" type="presOf" srcId="{4C757F5C-2785-4D1A-AF3D-024E74DFEA51}" destId="{0FA11D60-8B1A-456B-AA79-6126A4B0631F}" srcOrd="0" destOrd="0" presId="urn:microsoft.com/office/officeart/2018/2/layout/IconVerticalSolidList"/>
    <dgm:cxn modelId="{666A401E-9924-40B8-884D-97E81DAE37FC}" type="presOf" srcId="{6361EB4D-6C03-47DE-94A8-BE03C1148CAE}" destId="{F96F581B-88B7-44E8-BCBE-4773AB220D45}" srcOrd="0" destOrd="0" presId="urn:microsoft.com/office/officeart/2018/2/layout/IconVerticalSolidList"/>
    <dgm:cxn modelId="{4A157320-1A36-46BB-9458-D61090190FE3}" srcId="{BE50971D-CD6D-40CA-9640-AAF4781C2C28}" destId="{02DF4F7B-3DDE-48CD-9E85-3037B11382F6}" srcOrd="2" destOrd="0" parTransId="{D4822BE2-B295-43CD-B418-A5AE58E768E1}" sibTransId="{7F865864-FE34-4D9F-AF35-DA00D0C70C6C}"/>
    <dgm:cxn modelId="{8D02724C-5838-4ABF-A247-D076A0490ED0}" srcId="{BE50971D-CD6D-40CA-9640-AAF4781C2C28}" destId="{4E6DC954-B23C-48D0-BA38-BEF7FD2F1E2D}" srcOrd="4" destOrd="0" parTransId="{2FEF6391-F839-4F45-ADA5-7D87DB10B790}" sibTransId="{E7D14DBC-43EC-44DF-A0F3-FD113AC36D72}"/>
    <dgm:cxn modelId="{579D4770-A9F2-4064-8172-7F90D24B4E91}" type="presOf" srcId="{4E6DC954-B23C-48D0-BA38-BEF7FD2F1E2D}" destId="{509CE232-30FA-4966-A4DC-FC9808E32DF5}" srcOrd="0" destOrd="0" presId="urn:microsoft.com/office/officeart/2018/2/layout/IconVerticalSolidList"/>
    <dgm:cxn modelId="{18B41196-5908-4FF3-91A8-7DF536BCDA85}" type="presOf" srcId="{74650009-49AF-4566-B012-A41F29438753}" destId="{8CD9890B-DBAB-45BD-A224-2E3C92B50B28}" srcOrd="0" destOrd="0" presId="urn:microsoft.com/office/officeart/2018/2/layout/IconVerticalSolidList"/>
    <dgm:cxn modelId="{1608EBC0-ABCB-4455-B992-A5A55E1CF6FC}" srcId="{BE50971D-CD6D-40CA-9640-AAF4781C2C28}" destId="{6361EB4D-6C03-47DE-94A8-BE03C1148CAE}" srcOrd="1" destOrd="0" parTransId="{1307711D-A552-4372-8FD0-2B7C4D17D133}" sibTransId="{0E4851C5-65D1-45A6-9879-E3B86DFC8C18}"/>
    <dgm:cxn modelId="{39BE78D1-6BF8-43F4-8F47-487C59AD4A8B}" type="presOf" srcId="{BE50971D-CD6D-40CA-9640-AAF4781C2C28}" destId="{E0CC2030-B3A3-4F1C-B991-0253AB892CFF}" srcOrd="0" destOrd="0" presId="urn:microsoft.com/office/officeart/2018/2/layout/IconVerticalSolidList"/>
    <dgm:cxn modelId="{917626DD-273E-40B8-86E4-7F043424D895}" type="presOf" srcId="{02DF4F7B-3DDE-48CD-9E85-3037B11382F6}" destId="{21336CAD-D3DA-4806-9161-31959965CD62}" srcOrd="0" destOrd="0" presId="urn:microsoft.com/office/officeart/2018/2/layout/IconVerticalSolidList"/>
    <dgm:cxn modelId="{E706FFE2-9C5C-47E6-BA38-B1ADB56314F3}" srcId="{BE50971D-CD6D-40CA-9640-AAF4781C2C28}" destId="{74650009-49AF-4566-B012-A41F29438753}" srcOrd="3" destOrd="0" parTransId="{F09765F4-8E82-46EC-BEB6-1A306C44694A}" sibTransId="{053034CB-7DF1-47B5-AD3D-22C3AAD5EC6E}"/>
    <dgm:cxn modelId="{84429EEA-9DE6-4AF3-9495-80E5B49E97D8}" srcId="{BE50971D-CD6D-40CA-9640-AAF4781C2C28}" destId="{4C757F5C-2785-4D1A-AF3D-024E74DFEA51}" srcOrd="0" destOrd="0" parTransId="{613177C9-E43F-41EB-B7BF-D3376CFF13A8}" sibTransId="{DB906BE9-CF4D-4C4C-BBEB-48F95DF05203}"/>
    <dgm:cxn modelId="{D8E94E58-BF18-4753-A31C-F56DAAE48C6B}" type="presParOf" srcId="{E0CC2030-B3A3-4F1C-B991-0253AB892CFF}" destId="{9ACFD299-4C62-4AE6-B1C5-DB9FEE484CE8}" srcOrd="0" destOrd="0" presId="urn:microsoft.com/office/officeart/2018/2/layout/IconVerticalSolidList"/>
    <dgm:cxn modelId="{BC791080-BB19-4BF3-81C6-D10AB84CD5A5}" type="presParOf" srcId="{9ACFD299-4C62-4AE6-B1C5-DB9FEE484CE8}" destId="{C2BF491F-6F38-4E28-9E85-D2B0886BF702}" srcOrd="0" destOrd="0" presId="urn:microsoft.com/office/officeart/2018/2/layout/IconVerticalSolidList"/>
    <dgm:cxn modelId="{126425E3-CB25-4A8D-9AE5-0F60B5667389}" type="presParOf" srcId="{9ACFD299-4C62-4AE6-B1C5-DB9FEE484CE8}" destId="{79779825-B445-450A-A44E-C029DD19687E}" srcOrd="1" destOrd="0" presId="urn:microsoft.com/office/officeart/2018/2/layout/IconVerticalSolidList"/>
    <dgm:cxn modelId="{C800E26E-0127-4B21-9E16-3CBD822BCB6C}" type="presParOf" srcId="{9ACFD299-4C62-4AE6-B1C5-DB9FEE484CE8}" destId="{4774C60C-35C1-4A77-A2D8-B56E1656B7A7}" srcOrd="2" destOrd="0" presId="urn:microsoft.com/office/officeart/2018/2/layout/IconVerticalSolidList"/>
    <dgm:cxn modelId="{444FFAE9-3453-4B74-BA2E-C70A91CD2459}" type="presParOf" srcId="{9ACFD299-4C62-4AE6-B1C5-DB9FEE484CE8}" destId="{0FA11D60-8B1A-456B-AA79-6126A4B0631F}" srcOrd="3" destOrd="0" presId="urn:microsoft.com/office/officeart/2018/2/layout/IconVerticalSolidList"/>
    <dgm:cxn modelId="{1AFE49AC-55C1-4031-80FA-BF08F5BDBAE3}" type="presParOf" srcId="{E0CC2030-B3A3-4F1C-B991-0253AB892CFF}" destId="{FCED3D00-2BC5-4766-A1F0-B016A15A788B}" srcOrd="1" destOrd="0" presId="urn:microsoft.com/office/officeart/2018/2/layout/IconVerticalSolidList"/>
    <dgm:cxn modelId="{3E62D562-3BAC-4AD9-96DA-10880046610B}" type="presParOf" srcId="{E0CC2030-B3A3-4F1C-B991-0253AB892CFF}" destId="{8418F581-7203-4DFD-936D-84DF39AA4223}" srcOrd="2" destOrd="0" presId="urn:microsoft.com/office/officeart/2018/2/layout/IconVerticalSolidList"/>
    <dgm:cxn modelId="{D95B026B-95CD-4E55-957C-039B601893FD}" type="presParOf" srcId="{8418F581-7203-4DFD-936D-84DF39AA4223}" destId="{F20A61B2-767B-4C8C-890B-F64CB5471B2C}" srcOrd="0" destOrd="0" presId="urn:microsoft.com/office/officeart/2018/2/layout/IconVerticalSolidList"/>
    <dgm:cxn modelId="{91782087-CAC3-4456-B17C-0D47FE573CD7}" type="presParOf" srcId="{8418F581-7203-4DFD-936D-84DF39AA4223}" destId="{96005466-05FE-4D61-9822-2299B25E7375}" srcOrd="1" destOrd="0" presId="urn:microsoft.com/office/officeart/2018/2/layout/IconVerticalSolidList"/>
    <dgm:cxn modelId="{94C00C2C-436F-475C-92CB-824897DABBDA}" type="presParOf" srcId="{8418F581-7203-4DFD-936D-84DF39AA4223}" destId="{6B57E6F6-CE27-4B83-B599-9B7A8806A8A4}" srcOrd="2" destOrd="0" presId="urn:microsoft.com/office/officeart/2018/2/layout/IconVerticalSolidList"/>
    <dgm:cxn modelId="{2128D1B4-7DA9-4927-8889-DBA138D7937D}" type="presParOf" srcId="{8418F581-7203-4DFD-936D-84DF39AA4223}" destId="{F96F581B-88B7-44E8-BCBE-4773AB220D45}" srcOrd="3" destOrd="0" presId="urn:microsoft.com/office/officeart/2018/2/layout/IconVerticalSolidList"/>
    <dgm:cxn modelId="{021043B2-4A3B-48F5-B879-42B62FFD305B}" type="presParOf" srcId="{E0CC2030-B3A3-4F1C-B991-0253AB892CFF}" destId="{FA662FED-5A3B-4A4C-B8E2-D39625F73AA1}" srcOrd="3" destOrd="0" presId="urn:microsoft.com/office/officeart/2018/2/layout/IconVerticalSolidList"/>
    <dgm:cxn modelId="{93FB1210-21FE-4CF7-A09F-590F5E8D4AE7}" type="presParOf" srcId="{E0CC2030-B3A3-4F1C-B991-0253AB892CFF}" destId="{0D92740D-A209-4728-9132-FF944A6893AE}" srcOrd="4" destOrd="0" presId="urn:microsoft.com/office/officeart/2018/2/layout/IconVerticalSolidList"/>
    <dgm:cxn modelId="{6D6987BB-7ABE-42EE-AD96-ACBB559A3089}" type="presParOf" srcId="{0D92740D-A209-4728-9132-FF944A6893AE}" destId="{9C4EB1A2-489B-4E08-B626-394052E89D1F}" srcOrd="0" destOrd="0" presId="urn:microsoft.com/office/officeart/2018/2/layout/IconVerticalSolidList"/>
    <dgm:cxn modelId="{26A143DA-66F6-4DDE-8450-DA5BE977A6B2}" type="presParOf" srcId="{0D92740D-A209-4728-9132-FF944A6893AE}" destId="{5F23A00C-5778-442B-ADD7-7B1DCCB10443}" srcOrd="1" destOrd="0" presId="urn:microsoft.com/office/officeart/2018/2/layout/IconVerticalSolidList"/>
    <dgm:cxn modelId="{AAB225CB-1901-4798-BD41-F8D4D68C5ACB}" type="presParOf" srcId="{0D92740D-A209-4728-9132-FF944A6893AE}" destId="{D1157429-1469-4BE8-BB75-007EAEFAED6A}" srcOrd="2" destOrd="0" presId="urn:microsoft.com/office/officeart/2018/2/layout/IconVerticalSolidList"/>
    <dgm:cxn modelId="{6B9794E1-AD7D-4828-9D80-60552F1A243D}" type="presParOf" srcId="{0D92740D-A209-4728-9132-FF944A6893AE}" destId="{21336CAD-D3DA-4806-9161-31959965CD62}" srcOrd="3" destOrd="0" presId="urn:microsoft.com/office/officeart/2018/2/layout/IconVerticalSolidList"/>
    <dgm:cxn modelId="{6BBDEE7A-D5D4-44CE-B11E-8A15F24034DD}" type="presParOf" srcId="{E0CC2030-B3A3-4F1C-B991-0253AB892CFF}" destId="{825D5B4F-FCD7-49F9-8D61-AFD1ED3686B7}" srcOrd="5" destOrd="0" presId="urn:microsoft.com/office/officeart/2018/2/layout/IconVerticalSolidList"/>
    <dgm:cxn modelId="{C0F028CA-BA4E-4089-B27C-A93C995DC708}" type="presParOf" srcId="{E0CC2030-B3A3-4F1C-B991-0253AB892CFF}" destId="{9BECEA96-EE73-4AFF-A4A1-057E01528A4C}" srcOrd="6" destOrd="0" presId="urn:microsoft.com/office/officeart/2018/2/layout/IconVerticalSolidList"/>
    <dgm:cxn modelId="{7B9AF453-3119-415E-AB2B-4565EE7970AE}" type="presParOf" srcId="{9BECEA96-EE73-4AFF-A4A1-057E01528A4C}" destId="{36AE29D9-8FEC-4448-8F62-DD8B23578922}" srcOrd="0" destOrd="0" presId="urn:microsoft.com/office/officeart/2018/2/layout/IconVerticalSolidList"/>
    <dgm:cxn modelId="{94BC70C5-A3CD-4BCE-90AE-2D0C58FF9A85}" type="presParOf" srcId="{9BECEA96-EE73-4AFF-A4A1-057E01528A4C}" destId="{6FDCCA40-BB9F-4F1A-996E-EE04551CAAD6}" srcOrd="1" destOrd="0" presId="urn:microsoft.com/office/officeart/2018/2/layout/IconVerticalSolidList"/>
    <dgm:cxn modelId="{E8FB7E14-21D4-489C-9FFF-07E264CE2F02}" type="presParOf" srcId="{9BECEA96-EE73-4AFF-A4A1-057E01528A4C}" destId="{C527EABE-28E5-446D-A213-7EF66D8F7D81}" srcOrd="2" destOrd="0" presId="urn:microsoft.com/office/officeart/2018/2/layout/IconVerticalSolidList"/>
    <dgm:cxn modelId="{872FE2D2-1DEA-4C20-9D01-DFB15E652940}" type="presParOf" srcId="{9BECEA96-EE73-4AFF-A4A1-057E01528A4C}" destId="{8CD9890B-DBAB-45BD-A224-2E3C92B50B28}" srcOrd="3" destOrd="0" presId="urn:microsoft.com/office/officeart/2018/2/layout/IconVerticalSolidList"/>
    <dgm:cxn modelId="{57F0ED8D-A174-45F6-89FD-19941C47A179}" type="presParOf" srcId="{E0CC2030-B3A3-4F1C-B991-0253AB892CFF}" destId="{F41ECA9A-7059-4C45-A3E7-38D2C8CA34E4}" srcOrd="7" destOrd="0" presId="urn:microsoft.com/office/officeart/2018/2/layout/IconVerticalSolidList"/>
    <dgm:cxn modelId="{3BA37D0C-7658-425F-996A-9DD2102B19AC}" type="presParOf" srcId="{E0CC2030-B3A3-4F1C-B991-0253AB892CFF}" destId="{69636730-816E-4781-BF5E-7F4AC400DBB5}" srcOrd="8" destOrd="0" presId="urn:microsoft.com/office/officeart/2018/2/layout/IconVerticalSolidList"/>
    <dgm:cxn modelId="{49F705FA-4DA5-489F-BB34-B0F2E96CEBF6}" type="presParOf" srcId="{69636730-816E-4781-BF5E-7F4AC400DBB5}" destId="{C9E47A21-692C-453A-BB5B-9877707F2369}" srcOrd="0" destOrd="0" presId="urn:microsoft.com/office/officeart/2018/2/layout/IconVerticalSolidList"/>
    <dgm:cxn modelId="{4CB19797-2F0E-457F-ACE7-D30A74E293CB}" type="presParOf" srcId="{69636730-816E-4781-BF5E-7F4AC400DBB5}" destId="{11505A57-F182-4895-BD7A-9B8EF00C11B1}" srcOrd="1" destOrd="0" presId="urn:microsoft.com/office/officeart/2018/2/layout/IconVerticalSolidList"/>
    <dgm:cxn modelId="{75603201-300B-4259-A7F1-7D6D8D497614}" type="presParOf" srcId="{69636730-816E-4781-BF5E-7F4AC400DBB5}" destId="{22DDB7D0-FB55-4CA7-9C26-51A7269388F0}" srcOrd="2" destOrd="0" presId="urn:microsoft.com/office/officeart/2018/2/layout/IconVerticalSolidList"/>
    <dgm:cxn modelId="{F29065CE-1B24-463B-B705-74C86D3C79BA}" type="presParOf" srcId="{69636730-816E-4781-BF5E-7F4AC400DBB5}" destId="{509CE232-30FA-4966-A4DC-FC9808E32DF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167C7E9-C7BB-4A7A-A090-481FF1EB1CEE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FA64F0C4-116F-41F5-B7C6-8534CA4010DD}">
      <dgm:prSet/>
      <dgm:spPr/>
      <dgm:t>
        <a:bodyPr/>
        <a:lstStyle/>
        <a:p>
          <a:r>
            <a:rPr lang="en-US"/>
            <a:t>To load the prepared dashboard images:</a:t>
          </a:r>
        </a:p>
      </dgm:t>
    </dgm:pt>
    <dgm:pt modelId="{4E872DDC-C006-432F-AFB2-B8DCF62169BF}" type="parTrans" cxnId="{8687F530-FB8E-414E-83E6-7FC72EEBD939}">
      <dgm:prSet/>
      <dgm:spPr/>
      <dgm:t>
        <a:bodyPr/>
        <a:lstStyle/>
        <a:p>
          <a:endParaRPr lang="en-US"/>
        </a:p>
      </dgm:t>
    </dgm:pt>
    <dgm:pt modelId="{873C8549-8459-498E-8CA5-11A7A227296C}" type="sibTrans" cxnId="{8687F530-FB8E-414E-83E6-7FC72EEBD939}">
      <dgm:prSet/>
      <dgm:spPr/>
      <dgm:t>
        <a:bodyPr/>
        <a:lstStyle/>
        <a:p>
          <a:endParaRPr lang="en-US"/>
        </a:p>
      </dgm:t>
    </dgm:pt>
    <dgm:pt modelId="{8FCFB93A-C46A-4EB3-8A24-6B0D30820E45}">
      <dgm:prSet/>
      <dgm:spPr/>
      <dgm:t>
        <a:bodyPr/>
        <a:lstStyle/>
        <a:p>
          <a:r>
            <a:rPr lang="en-US"/>
            <a:t>Open Command Prompt or PowerShell </a:t>
          </a:r>
        </a:p>
      </dgm:t>
    </dgm:pt>
    <dgm:pt modelId="{BF768E2F-853E-4E0F-AA82-824EAB1BEB08}" type="parTrans" cxnId="{266CFBE7-625E-4119-90A0-0394EB5EA528}">
      <dgm:prSet/>
      <dgm:spPr/>
      <dgm:t>
        <a:bodyPr/>
        <a:lstStyle/>
        <a:p>
          <a:endParaRPr lang="en-US"/>
        </a:p>
      </dgm:t>
    </dgm:pt>
    <dgm:pt modelId="{689E01DA-1959-4566-9398-99551CE86330}" type="sibTrans" cxnId="{266CFBE7-625E-4119-90A0-0394EB5EA528}">
      <dgm:prSet/>
      <dgm:spPr/>
      <dgm:t>
        <a:bodyPr/>
        <a:lstStyle/>
        <a:p>
          <a:endParaRPr lang="en-US"/>
        </a:p>
      </dgm:t>
    </dgm:pt>
    <dgm:pt modelId="{59900BC1-8E53-466D-B52F-EE03E4961168}">
      <dgm:prSet/>
      <dgm:spPr/>
      <dgm:t>
        <a:bodyPr/>
        <a:lstStyle/>
        <a:p>
          <a:r>
            <a:rPr lang="en-US"/>
            <a:t>Go to the project folder </a:t>
          </a:r>
        </a:p>
      </dgm:t>
    </dgm:pt>
    <dgm:pt modelId="{6B0E3050-A8E7-424B-B540-33EC032623F5}" type="parTrans" cxnId="{DE3A8285-CF65-4EC8-9DBB-E848D630B362}">
      <dgm:prSet/>
      <dgm:spPr/>
      <dgm:t>
        <a:bodyPr/>
        <a:lstStyle/>
        <a:p>
          <a:endParaRPr lang="en-US"/>
        </a:p>
      </dgm:t>
    </dgm:pt>
    <dgm:pt modelId="{050FC1D9-6F17-4FB3-A98D-E5F22855D8FA}" type="sibTrans" cxnId="{DE3A8285-CF65-4EC8-9DBB-E848D630B362}">
      <dgm:prSet/>
      <dgm:spPr/>
      <dgm:t>
        <a:bodyPr/>
        <a:lstStyle/>
        <a:p>
          <a:endParaRPr lang="en-US"/>
        </a:p>
      </dgm:t>
    </dgm:pt>
    <dgm:pt modelId="{1C280977-9668-4326-B502-8F0FF8D5FA0E}">
      <dgm:prSet/>
      <dgm:spPr/>
      <dgm:t>
        <a:bodyPr/>
        <a:lstStyle/>
        <a:p>
          <a:r>
            <a:rPr lang="en-US"/>
            <a:t>Run: docker load -i dashboard-images.tar</a:t>
          </a:r>
        </a:p>
      </dgm:t>
    </dgm:pt>
    <dgm:pt modelId="{5D6AC7E9-863A-4AAF-AC94-66EC41336D6B}" type="parTrans" cxnId="{0CD73DF5-2079-4072-9528-B65D5228EEB3}">
      <dgm:prSet/>
      <dgm:spPr/>
      <dgm:t>
        <a:bodyPr/>
        <a:lstStyle/>
        <a:p>
          <a:endParaRPr lang="en-US"/>
        </a:p>
      </dgm:t>
    </dgm:pt>
    <dgm:pt modelId="{403CEDA6-FB76-404F-88C8-6FCCD5D43E28}" type="sibTrans" cxnId="{0CD73DF5-2079-4072-9528-B65D5228EEB3}">
      <dgm:prSet/>
      <dgm:spPr/>
      <dgm:t>
        <a:bodyPr/>
        <a:lstStyle/>
        <a:p>
          <a:endParaRPr lang="en-US"/>
        </a:p>
      </dgm:t>
    </dgm:pt>
    <dgm:pt modelId="{787B4C00-2699-4754-A6F3-62E4881416EB}" type="pres">
      <dgm:prSet presAssocID="{5167C7E9-C7BB-4A7A-A090-481FF1EB1CEE}" presName="root" presStyleCnt="0">
        <dgm:presLayoutVars>
          <dgm:dir/>
          <dgm:resizeHandles val="exact"/>
        </dgm:presLayoutVars>
      </dgm:prSet>
      <dgm:spPr/>
    </dgm:pt>
    <dgm:pt modelId="{24C03EC8-1467-4851-99B3-AA29501DD0FB}" type="pres">
      <dgm:prSet presAssocID="{FA64F0C4-116F-41F5-B7C6-8534CA4010DD}" presName="compNode" presStyleCnt="0"/>
      <dgm:spPr/>
    </dgm:pt>
    <dgm:pt modelId="{52B44B46-FEBF-45E2-B5D2-6580FD172A71}" type="pres">
      <dgm:prSet presAssocID="{FA64F0C4-116F-41F5-B7C6-8534CA4010DD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5AA308FE-2856-49E5-B0C7-F14B04A2694D}" type="pres">
      <dgm:prSet presAssocID="{FA64F0C4-116F-41F5-B7C6-8534CA4010DD}" presName="spaceRect" presStyleCnt="0"/>
      <dgm:spPr/>
    </dgm:pt>
    <dgm:pt modelId="{A0F32357-A3CF-432F-9349-FC5FB3ACE1A3}" type="pres">
      <dgm:prSet presAssocID="{FA64F0C4-116F-41F5-B7C6-8534CA4010DD}" presName="textRect" presStyleLbl="revTx" presStyleIdx="0" presStyleCnt="4">
        <dgm:presLayoutVars>
          <dgm:chMax val="1"/>
          <dgm:chPref val="1"/>
        </dgm:presLayoutVars>
      </dgm:prSet>
      <dgm:spPr/>
    </dgm:pt>
    <dgm:pt modelId="{0C812DF9-56B8-45D5-B6AF-72D8D34A2472}" type="pres">
      <dgm:prSet presAssocID="{873C8549-8459-498E-8CA5-11A7A227296C}" presName="sibTrans" presStyleCnt="0"/>
      <dgm:spPr/>
    </dgm:pt>
    <dgm:pt modelId="{5D3361C1-0ECD-48D4-A660-F5974D79FE31}" type="pres">
      <dgm:prSet presAssocID="{8FCFB93A-C46A-4EB3-8A24-6B0D30820E45}" presName="compNode" presStyleCnt="0"/>
      <dgm:spPr/>
    </dgm:pt>
    <dgm:pt modelId="{57870F85-9447-4C32-829C-E6DD2722A9D4}" type="pres">
      <dgm:prSet presAssocID="{8FCFB93A-C46A-4EB3-8A24-6B0D30820E45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md(terminal)"/>
        </a:ext>
      </dgm:extLst>
    </dgm:pt>
    <dgm:pt modelId="{0EBE88DF-A082-4DAE-955C-31B9F753A7E0}" type="pres">
      <dgm:prSet presAssocID="{8FCFB93A-C46A-4EB3-8A24-6B0D30820E45}" presName="spaceRect" presStyleCnt="0"/>
      <dgm:spPr/>
    </dgm:pt>
    <dgm:pt modelId="{8A2226C6-C535-48EB-B28A-B6467579BF24}" type="pres">
      <dgm:prSet presAssocID="{8FCFB93A-C46A-4EB3-8A24-6B0D30820E45}" presName="textRect" presStyleLbl="revTx" presStyleIdx="1" presStyleCnt="4">
        <dgm:presLayoutVars>
          <dgm:chMax val="1"/>
          <dgm:chPref val="1"/>
        </dgm:presLayoutVars>
      </dgm:prSet>
      <dgm:spPr/>
    </dgm:pt>
    <dgm:pt modelId="{055FE398-031B-4CE4-B022-2C47E9E33BAF}" type="pres">
      <dgm:prSet presAssocID="{689E01DA-1959-4566-9398-99551CE86330}" presName="sibTrans" presStyleCnt="0"/>
      <dgm:spPr/>
    </dgm:pt>
    <dgm:pt modelId="{517107A2-0EC4-4E4F-B023-E417A733EAF9}" type="pres">
      <dgm:prSet presAssocID="{59900BC1-8E53-466D-B52F-EE03E4961168}" presName="compNode" presStyleCnt="0"/>
      <dgm:spPr/>
    </dgm:pt>
    <dgm:pt modelId="{4D0BAB34-D133-4658-8E52-2DAE50251D62}" type="pres">
      <dgm:prSet presAssocID="{59900BC1-8E53-466D-B52F-EE03E4961168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59DE05A2-7D4F-4F16-8E6B-DADAB43A16B0}" type="pres">
      <dgm:prSet presAssocID="{59900BC1-8E53-466D-B52F-EE03E4961168}" presName="spaceRect" presStyleCnt="0"/>
      <dgm:spPr/>
    </dgm:pt>
    <dgm:pt modelId="{2BC7A07F-996C-479B-B71B-8D6F61A1D834}" type="pres">
      <dgm:prSet presAssocID="{59900BC1-8E53-466D-B52F-EE03E4961168}" presName="textRect" presStyleLbl="revTx" presStyleIdx="2" presStyleCnt="4">
        <dgm:presLayoutVars>
          <dgm:chMax val="1"/>
          <dgm:chPref val="1"/>
        </dgm:presLayoutVars>
      </dgm:prSet>
      <dgm:spPr/>
    </dgm:pt>
    <dgm:pt modelId="{354864AD-AA9E-4D69-9F4F-5F494350EFB6}" type="pres">
      <dgm:prSet presAssocID="{050FC1D9-6F17-4FB3-A98D-E5F22855D8FA}" presName="sibTrans" presStyleCnt="0"/>
      <dgm:spPr/>
    </dgm:pt>
    <dgm:pt modelId="{89E22F03-83F3-44BA-92B6-2C6F68BD8BC6}" type="pres">
      <dgm:prSet presAssocID="{1C280977-9668-4326-B502-8F0FF8D5FA0E}" presName="compNode" presStyleCnt="0"/>
      <dgm:spPr/>
    </dgm:pt>
    <dgm:pt modelId="{74139A7B-ED95-45AB-8F7A-8D50C61969DF}" type="pres">
      <dgm:prSet presAssocID="{1C280977-9668-4326-B502-8F0FF8D5FA0E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ading"/>
        </a:ext>
      </dgm:extLst>
    </dgm:pt>
    <dgm:pt modelId="{38149BFE-CE6A-4EE0-83CA-1B6411D9947B}" type="pres">
      <dgm:prSet presAssocID="{1C280977-9668-4326-B502-8F0FF8D5FA0E}" presName="spaceRect" presStyleCnt="0"/>
      <dgm:spPr/>
    </dgm:pt>
    <dgm:pt modelId="{5D9C15E7-6226-4818-BA79-2410E660EDF2}" type="pres">
      <dgm:prSet presAssocID="{1C280977-9668-4326-B502-8F0FF8D5FA0E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C43F451D-9FA5-4A35-8C6E-71FD81827223}" type="presOf" srcId="{FA64F0C4-116F-41F5-B7C6-8534CA4010DD}" destId="{A0F32357-A3CF-432F-9349-FC5FB3ACE1A3}" srcOrd="0" destOrd="0" presId="urn:microsoft.com/office/officeart/2018/2/layout/IconLabelList"/>
    <dgm:cxn modelId="{FB2EB326-6AEC-4095-A9EA-01AD76A0657C}" type="presOf" srcId="{8FCFB93A-C46A-4EB3-8A24-6B0D30820E45}" destId="{8A2226C6-C535-48EB-B28A-B6467579BF24}" srcOrd="0" destOrd="0" presId="urn:microsoft.com/office/officeart/2018/2/layout/IconLabelList"/>
    <dgm:cxn modelId="{8687F530-FB8E-414E-83E6-7FC72EEBD939}" srcId="{5167C7E9-C7BB-4A7A-A090-481FF1EB1CEE}" destId="{FA64F0C4-116F-41F5-B7C6-8534CA4010DD}" srcOrd="0" destOrd="0" parTransId="{4E872DDC-C006-432F-AFB2-B8DCF62169BF}" sibTransId="{873C8549-8459-498E-8CA5-11A7A227296C}"/>
    <dgm:cxn modelId="{3DB2B53B-5D3D-4CAB-A0E4-999449AC069F}" type="presOf" srcId="{5167C7E9-C7BB-4A7A-A090-481FF1EB1CEE}" destId="{787B4C00-2699-4754-A6F3-62E4881416EB}" srcOrd="0" destOrd="0" presId="urn:microsoft.com/office/officeart/2018/2/layout/IconLabelList"/>
    <dgm:cxn modelId="{A49CAB4B-01E1-4B90-9F4C-52886443FDAC}" type="presOf" srcId="{59900BC1-8E53-466D-B52F-EE03E4961168}" destId="{2BC7A07F-996C-479B-B71B-8D6F61A1D834}" srcOrd="0" destOrd="0" presId="urn:microsoft.com/office/officeart/2018/2/layout/IconLabelList"/>
    <dgm:cxn modelId="{DE3A8285-CF65-4EC8-9DBB-E848D630B362}" srcId="{5167C7E9-C7BB-4A7A-A090-481FF1EB1CEE}" destId="{59900BC1-8E53-466D-B52F-EE03E4961168}" srcOrd="2" destOrd="0" parTransId="{6B0E3050-A8E7-424B-B540-33EC032623F5}" sibTransId="{050FC1D9-6F17-4FB3-A98D-E5F22855D8FA}"/>
    <dgm:cxn modelId="{563F98B7-730E-4733-BB61-7C5D1E3A802B}" type="presOf" srcId="{1C280977-9668-4326-B502-8F0FF8D5FA0E}" destId="{5D9C15E7-6226-4818-BA79-2410E660EDF2}" srcOrd="0" destOrd="0" presId="urn:microsoft.com/office/officeart/2018/2/layout/IconLabelList"/>
    <dgm:cxn modelId="{266CFBE7-625E-4119-90A0-0394EB5EA528}" srcId="{5167C7E9-C7BB-4A7A-A090-481FF1EB1CEE}" destId="{8FCFB93A-C46A-4EB3-8A24-6B0D30820E45}" srcOrd="1" destOrd="0" parTransId="{BF768E2F-853E-4E0F-AA82-824EAB1BEB08}" sibTransId="{689E01DA-1959-4566-9398-99551CE86330}"/>
    <dgm:cxn modelId="{0CD73DF5-2079-4072-9528-B65D5228EEB3}" srcId="{5167C7E9-C7BB-4A7A-A090-481FF1EB1CEE}" destId="{1C280977-9668-4326-B502-8F0FF8D5FA0E}" srcOrd="3" destOrd="0" parTransId="{5D6AC7E9-863A-4AAF-AC94-66EC41336D6B}" sibTransId="{403CEDA6-FB76-404F-88C8-6FCCD5D43E28}"/>
    <dgm:cxn modelId="{3E27D785-8D95-46A0-B0D3-D158C8EFBAE5}" type="presParOf" srcId="{787B4C00-2699-4754-A6F3-62E4881416EB}" destId="{24C03EC8-1467-4851-99B3-AA29501DD0FB}" srcOrd="0" destOrd="0" presId="urn:microsoft.com/office/officeart/2018/2/layout/IconLabelList"/>
    <dgm:cxn modelId="{8E43E7C6-DD3F-46EB-A37A-C23E9EDBFF8D}" type="presParOf" srcId="{24C03EC8-1467-4851-99B3-AA29501DD0FB}" destId="{52B44B46-FEBF-45E2-B5D2-6580FD172A71}" srcOrd="0" destOrd="0" presId="urn:microsoft.com/office/officeart/2018/2/layout/IconLabelList"/>
    <dgm:cxn modelId="{DF118C14-807E-4E60-8A22-3AA09D0D1F25}" type="presParOf" srcId="{24C03EC8-1467-4851-99B3-AA29501DD0FB}" destId="{5AA308FE-2856-49E5-B0C7-F14B04A2694D}" srcOrd="1" destOrd="0" presId="urn:microsoft.com/office/officeart/2018/2/layout/IconLabelList"/>
    <dgm:cxn modelId="{E511E349-1AE3-4E0A-8F84-AFC3C2BA7471}" type="presParOf" srcId="{24C03EC8-1467-4851-99B3-AA29501DD0FB}" destId="{A0F32357-A3CF-432F-9349-FC5FB3ACE1A3}" srcOrd="2" destOrd="0" presId="urn:microsoft.com/office/officeart/2018/2/layout/IconLabelList"/>
    <dgm:cxn modelId="{F5CD201D-E869-4C87-A649-F8398F959603}" type="presParOf" srcId="{787B4C00-2699-4754-A6F3-62E4881416EB}" destId="{0C812DF9-56B8-45D5-B6AF-72D8D34A2472}" srcOrd="1" destOrd="0" presId="urn:microsoft.com/office/officeart/2018/2/layout/IconLabelList"/>
    <dgm:cxn modelId="{76CC11E5-D916-4E20-9725-EABD287BD4A9}" type="presParOf" srcId="{787B4C00-2699-4754-A6F3-62E4881416EB}" destId="{5D3361C1-0ECD-48D4-A660-F5974D79FE31}" srcOrd="2" destOrd="0" presId="urn:microsoft.com/office/officeart/2018/2/layout/IconLabelList"/>
    <dgm:cxn modelId="{7D86AF9E-B12A-46D1-80D9-86194F4BEEFC}" type="presParOf" srcId="{5D3361C1-0ECD-48D4-A660-F5974D79FE31}" destId="{57870F85-9447-4C32-829C-E6DD2722A9D4}" srcOrd="0" destOrd="0" presId="urn:microsoft.com/office/officeart/2018/2/layout/IconLabelList"/>
    <dgm:cxn modelId="{EB06A220-62EE-491E-AB4F-1880629B3F15}" type="presParOf" srcId="{5D3361C1-0ECD-48D4-A660-F5974D79FE31}" destId="{0EBE88DF-A082-4DAE-955C-31B9F753A7E0}" srcOrd="1" destOrd="0" presId="urn:microsoft.com/office/officeart/2018/2/layout/IconLabelList"/>
    <dgm:cxn modelId="{5456FAEF-41A7-4BC8-AE8E-DAF59103EB8F}" type="presParOf" srcId="{5D3361C1-0ECD-48D4-A660-F5974D79FE31}" destId="{8A2226C6-C535-48EB-B28A-B6467579BF24}" srcOrd="2" destOrd="0" presId="urn:microsoft.com/office/officeart/2018/2/layout/IconLabelList"/>
    <dgm:cxn modelId="{1684DD47-5965-4167-ADED-6C0CB2E4983D}" type="presParOf" srcId="{787B4C00-2699-4754-A6F3-62E4881416EB}" destId="{055FE398-031B-4CE4-B022-2C47E9E33BAF}" srcOrd="3" destOrd="0" presId="urn:microsoft.com/office/officeart/2018/2/layout/IconLabelList"/>
    <dgm:cxn modelId="{17D90248-E0F5-4B94-8A85-AA83275DB767}" type="presParOf" srcId="{787B4C00-2699-4754-A6F3-62E4881416EB}" destId="{517107A2-0EC4-4E4F-B023-E417A733EAF9}" srcOrd="4" destOrd="0" presId="urn:microsoft.com/office/officeart/2018/2/layout/IconLabelList"/>
    <dgm:cxn modelId="{289C11F1-2537-47C7-9187-CCF924261182}" type="presParOf" srcId="{517107A2-0EC4-4E4F-B023-E417A733EAF9}" destId="{4D0BAB34-D133-4658-8E52-2DAE50251D62}" srcOrd="0" destOrd="0" presId="urn:microsoft.com/office/officeart/2018/2/layout/IconLabelList"/>
    <dgm:cxn modelId="{0461BF09-2FC2-43D3-AA76-2E412ADB13C9}" type="presParOf" srcId="{517107A2-0EC4-4E4F-B023-E417A733EAF9}" destId="{59DE05A2-7D4F-4F16-8E6B-DADAB43A16B0}" srcOrd="1" destOrd="0" presId="urn:microsoft.com/office/officeart/2018/2/layout/IconLabelList"/>
    <dgm:cxn modelId="{D7673501-67B0-4196-97AC-D5C8F26D579B}" type="presParOf" srcId="{517107A2-0EC4-4E4F-B023-E417A733EAF9}" destId="{2BC7A07F-996C-479B-B71B-8D6F61A1D834}" srcOrd="2" destOrd="0" presId="urn:microsoft.com/office/officeart/2018/2/layout/IconLabelList"/>
    <dgm:cxn modelId="{F69492CB-D2ED-49BD-BEAC-2F9E78848B9C}" type="presParOf" srcId="{787B4C00-2699-4754-A6F3-62E4881416EB}" destId="{354864AD-AA9E-4D69-9F4F-5F494350EFB6}" srcOrd="5" destOrd="0" presId="urn:microsoft.com/office/officeart/2018/2/layout/IconLabelList"/>
    <dgm:cxn modelId="{A8FA920B-B72E-4BCB-9C40-48E57D241892}" type="presParOf" srcId="{787B4C00-2699-4754-A6F3-62E4881416EB}" destId="{89E22F03-83F3-44BA-92B6-2C6F68BD8BC6}" srcOrd="6" destOrd="0" presId="urn:microsoft.com/office/officeart/2018/2/layout/IconLabelList"/>
    <dgm:cxn modelId="{48DF5B1B-9090-4FD9-9903-89E3F1FDE9CB}" type="presParOf" srcId="{89E22F03-83F3-44BA-92B6-2C6F68BD8BC6}" destId="{74139A7B-ED95-45AB-8F7A-8D50C61969DF}" srcOrd="0" destOrd="0" presId="urn:microsoft.com/office/officeart/2018/2/layout/IconLabelList"/>
    <dgm:cxn modelId="{FFA2A4E4-1876-4F94-A04F-B0EAE0522523}" type="presParOf" srcId="{89E22F03-83F3-44BA-92B6-2C6F68BD8BC6}" destId="{38149BFE-CE6A-4EE0-83CA-1B6411D9947B}" srcOrd="1" destOrd="0" presId="urn:microsoft.com/office/officeart/2018/2/layout/IconLabelList"/>
    <dgm:cxn modelId="{0D8A9001-7733-4F39-AD54-23649E259371}" type="presParOf" srcId="{89E22F03-83F3-44BA-92B6-2C6F68BD8BC6}" destId="{5D9C15E7-6226-4818-BA79-2410E660EDF2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A7C14C4-EB37-4BBB-8921-DA030EC20C6A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7CEFC825-193A-4365-9E23-AF6FA149B5BF}">
      <dgm:prSet/>
      <dgm:spPr/>
      <dgm:t>
        <a:bodyPr/>
        <a:lstStyle/>
        <a:p>
          <a:r>
            <a:rPr lang="en-US"/>
            <a:t>After loading the images, start the system by using:</a:t>
          </a:r>
        </a:p>
      </dgm:t>
    </dgm:pt>
    <dgm:pt modelId="{BDAD5BC6-4516-41BA-B1EC-B86C286EE198}" type="parTrans" cxnId="{8C9DEA0C-E33C-4ABE-9161-B59D4F8A0BBA}">
      <dgm:prSet/>
      <dgm:spPr/>
      <dgm:t>
        <a:bodyPr/>
        <a:lstStyle/>
        <a:p>
          <a:endParaRPr lang="en-US"/>
        </a:p>
      </dgm:t>
    </dgm:pt>
    <dgm:pt modelId="{F2C1B24A-3EF2-443C-8C4B-91EDC5577E6F}" type="sibTrans" cxnId="{8C9DEA0C-E33C-4ABE-9161-B59D4F8A0BBA}">
      <dgm:prSet/>
      <dgm:spPr/>
      <dgm:t>
        <a:bodyPr/>
        <a:lstStyle/>
        <a:p>
          <a:endParaRPr lang="en-US"/>
        </a:p>
      </dgm:t>
    </dgm:pt>
    <dgm:pt modelId="{E768F507-2AD3-49DD-AB32-E450687EA3B8}">
      <dgm:prSet/>
      <dgm:spPr/>
      <dgm:t>
        <a:bodyPr/>
        <a:lstStyle/>
        <a:p>
          <a:r>
            <a:rPr lang="en-US"/>
            <a:t>command : docker compose up -d</a:t>
          </a:r>
        </a:p>
      </dgm:t>
    </dgm:pt>
    <dgm:pt modelId="{04E2C120-8548-41B2-9671-B75EA50E3A3F}" type="parTrans" cxnId="{EE07B8A1-21B0-4ED6-ABCB-9889EFD2B679}">
      <dgm:prSet/>
      <dgm:spPr/>
      <dgm:t>
        <a:bodyPr/>
        <a:lstStyle/>
        <a:p>
          <a:endParaRPr lang="en-US"/>
        </a:p>
      </dgm:t>
    </dgm:pt>
    <dgm:pt modelId="{BDEB6277-C01C-45F3-A8D7-3F5840A5706D}" type="sibTrans" cxnId="{EE07B8A1-21B0-4ED6-ABCB-9889EFD2B679}">
      <dgm:prSet/>
      <dgm:spPr/>
      <dgm:t>
        <a:bodyPr/>
        <a:lstStyle/>
        <a:p>
          <a:endParaRPr lang="en-US"/>
        </a:p>
      </dgm:t>
    </dgm:pt>
    <dgm:pt modelId="{9AE0A53E-F322-4BB9-AFA6-EDEE2463C9E1}" type="pres">
      <dgm:prSet presAssocID="{3A7C14C4-EB37-4BBB-8921-DA030EC20C6A}" presName="root" presStyleCnt="0">
        <dgm:presLayoutVars>
          <dgm:dir/>
          <dgm:resizeHandles val="exact"/>
        </dgm:presLayoutVars>
      </dgm:prSet>
      <dgm:spPr/>
    </dgm:pt>
    <dgm:pt modelId="{8267AE11-A5EE-4C9D-B728-14C2E3B99F77}" type="pres">
      <dgm:prSet presAssocID="{7CEFC825-193A-4365-9E23-AF6FA149B5BF}" presName="compNode" presStyleCnt="0"/>
      <dgm:spPr/>
    </dgm:pt>
    <dgm:pt modelId="{74D39AAB-01F4-4584-AB14-564B4FFDF95B}" type="pres">
      <dgm:prSet presAssocID="{7CEFC825-193A-4365-9E23-AF6FA149B5BF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anner"/>
        </a:ext>
      </dgm:extLst>
    </dgm:pt>
    <dgm:pt modelId="{6E0E3FB4-D96B-43A1-8073-B780CFC61ADC}" type="pres">
      <dgm:prSet presAssocID="{7CEFC825-193A-4365-9E23-AF6FA149B5BF}" presName="spaceRect" presStyleCnt="0"/>
      <dgm:spPr/>
    </dgm:pt>
    <dgm:pt modelId="{EC781307-E841-44B1-B39B-7FA45B2AAEA9}" type="pres">
      <dgm:prSet presAssocID="{7CEFC825-193A-4365-9E23-AF6FA149B5BF}" presName="textRect" presStyleLbl="revTx" presStyleIdx="0" presStyleCnt="2">
        <dgm:presLayoutVars>
          <dgm:chMax val="1"/>
          <dgm:chPref val="1"/>
        </dgm:presLayoutVars>
      </dgm:prSet>
      <dgm:spPr/>
    </dgm:pt>
    <dgm:pt modelId="{095AFD54-D5F3-4020-BD67-633238BAD008}" type="pres">
      <dgm:prSet presAssocID="{F2C1B24A-3EF2-443C-8C4B-91EDC5577E6F}" presName="sibTrans" presStyleCnt="0"/>
      <dgm:spPr/>
    </dgm:pt>
    <dgm:pt modelId="{58F24834-4113-493B-8186-9A36B9E9FE32}" type="pres">
      <dgm:prSet presAssocID="{E768F507-2AD3-49DD-AB32-E450687EA3B8}" presName="compNode" presStyleCnt="0"/>
      <dgm:spPr/>
    </dgm:pt>
    <dgm:pt modelId="{47529E6F-2887-4476-9ADC-33BAFB2B11EF}" type="pres">
      <dgm:prSet presAssocID="{E768F507-2AD3-49DD-AB32-E450687EA3B8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yramid with Levels"/>
        </a:ext>
      </dgm:extLst>
    </dgm:pt>
    <dgm:pt modelId="{CFC4A216-5F96-44B0-8E05-386F7D2D8809}" type="pres">
      <dgm:prSet presAssocID="{E768F507-2AD3-49DD-AB32-E450687EA3B8}" presName="spaceRect" presStyleCnt="0"/>
      <dgm:spPr/>
    </dgm:pt>
    <dgm:pt modelId="{9E3F689B-9CC5-4C63-9F04-D5A9BE91B334}" type="pres">
      <dgm:prSet presAssocID="{E768F507-2AD3-49DD-AB32-E450687EA3B8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8C9DEA0C-E33C-4ABE-9161-B59D4F8A0BBA}" srcId="{3A7C14C4-EB37-4BBB-8921-DA030EC20C6A}" destId="{7CEFC825-193A-4365-9E23-AF6FA149B5BF}" srcOrd="0" destOrd="0" parTransId="{BDAD5BC6-4516-41BA-B1EC-B86C286EE198}" sibTransId="{F2C1B24A-3EF2-443C-8C4B-91EDC5577E6F}"/>
    <dgm:cxn modelId="{B7ADFA5F-D02C-491D-9766-E526789E0568}" type="presOf" srcId="{7CEFC825-193A-4365-9E23-AF6FA149B5BF}" destId="{EC781307-E841-44B1-B39B-7FA45B2AAEA9}" srcOrd="0" destOrd="0" presId="urn:microsoft.com/office/officeart/2018/2/layout/IconLabelList"/>
    <dgm:cxn modelId="{AB314394-6543-4D6D-96B0-5D35D4CC2D6C}" type="presOf" srcId="{E768F507-2AD3-49DD-AB32-E450687EA3B8}" destId="{9E3F689B-9CC5-4C63-9F04-D5A9BE91B334}" srcOrd="0" destOrd="0" presId="urn:microsoft.com/office/officeart/2018/2/layout/IconLabelList"/>
    <dgm:cxn modelId="{EE07B8A1-21B0-4ED6-ABCB-9889EFD2B679}" srcId="{3A7C14C4-EB37-4BBB-8921-DA030EC20C6A}" destId="{E768F507-2AD3-49DD-AB32-E450687EA3B8}" srcOrd="1" destOrd="0" parTransId="{04E2C120-8548-41B2-9671-B75EA50E3A3F}" sibTransId="{BDEB6277-C01C-45F3-A8D7-3F5840A5706D}"/>
    <dgm:cxn modelId="{C4162FBE-8E0A-435D-86C1-29B4998D0ACB}" type="presOf" srcId="{3A7C14C4-EB37-4BBB-8921-DA030EC20C6A}" destId="{9AE0A53E-F322-4BB9-AFA6-EDEE2463C9E1}" srcOrd="0" destOrd="0" presId="urn:microsoft.com/office/officeart/2018/2/layout/IconLabelList"/>
    <dgm:cxn modelId="{61ECBFE5-9D1D-4230-8AFB-82218B3BF190}" type="presParOf" srcId="{9AE0A53E-F322-4BB9-AFA6-EDEE2463C9E1}" destId="{8267AE11-A5EE-4C9D-B728-14C2E3B99F77}" srcOrd="0" destOrd="0" presId="urn:microsoft.com/office/officeart/2018/2/layout/IconLabelList"/>
    <dgm:cxn modelId="{7F8E5C29-0CEB-4C72-8124-DB87AB1E984B}" type="presParOf" srcId="{8267AE11-A5EE-4C9D-B728-14C2E3B99F77}" destId="{74D39AAB-01F4-4584-AB14-564B4FFDF95B}" srcOrd="0" destOrd="0" presId="urn:microsoft.com/office/officeart/2018/2/layout/IconLabelList"/>
    <dgm:cxn modelId="{FDF26E51-03A6-4D34-AF3E-BAF2318273B5}" type="presParOf" srcId="{8267AE11-A5EE-4C9D-B728-14C2E3B99F77}" destId="{6E0E3FB4-D96B-43A1-8073-B780CFC61ADC}" srcOrd="1" destOrd="0" presId="urn:microsoft.com/office/officeart/2018/2/layout/IconLabelList"/>
    <dgm:cxn modelId="{FC7E545A-5DD2-4A28-BBDF-77F8BB9715EE}" type="presParOf" srcId="{8267AE11-A5EE-4C9D-B728-14C2E3B99F77}" destId="{EC781307-E841-44B1-B39B-7FA45B2AAEA9}" srcOrd="2" destOrd="0" presId="urn:microsoft.com/office/officeart/2018/2/layout/IconLabelList"/>
    <dgm:cxn modelId="{39386732-AE6B-4286-8597-554D876F39AD}" type="presParOf" srcId="{9AE0A53E-F322-4BB9-AFA6-EDEE2463C9E1}" destId="{095AFD54-D5F3-4020-BD67-633238BAD008}" srcOrd="1" destOrd="0" presId="urn:microsoft.com/office/officeart/2018/2/layout/IconLabelList"/>
    <dgm:cxn modelId="{B921C267-D062-42FA-9CEF-8DA1DF94112C}" type="presParOf" srcId="{9AE0A53E-F322-4BB9-AFA6-EDEE2463C9E1}" destId="{58F24834-4113-493B-8186-9A36B9E9FE32}" srcOrd="2" destOrd="0" presId="urn:microsoft.com/office/officeart/2018/2/layout/IconLabelList"/>
    <dgm:cxn modelId="{9001592D-8CC1-4122-8C83-288BBE9F4263}" type="presParOf" srcId="{58F24834-4113-493B-8186-9A36B9E9FE32}" destId="{47529E6F-2887-4476-9ADC-33BAFB2B11EF}" srcOrd="0" destOrd="0" presId="urn:microsoft.com/office/officeart/2018/2/layout/IconLabelList"/>
    <dgm:cxn modelId="{59D81765-CDCA-4379-9F39-A58304B6EA3E}" type="presParOf" srcId="{58F24834-4113-493B-8186-9A36B9E9FE32}" destId="{CFC4A216-5F96-44B0-8E05-386F7D2D8809}" srcOrd="1" destOrd="0" presId="urn:microsoft.com/office/officeart/2018/2/layout/IconLabelList"/>
    <dgm:cxn modelId="{42D45575-49D8-4531-83DD-B566F419164C}" type="presParOf" srcId="{58F24834-4113-493B-8186-9A36B9E9FE32}" destId="{9E3F689B-9CC5-4C63-9F04-D5A9BE91B334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BC4991E-3A49-485A-92C8-F225F197FE61}" type="doc">
      <dgm:prSet loTypeId="urn:microsoft.com/office/officeart/2005/8/layout/default" loCatId="list" qsTypeId="urn:microsoft.com/office/officeart/2005/8/quickstyle/simple2" qsCatId="simple" csTypeId="urn:microsoft.com/office/officeart/2005/8/colors/accent6_2" csCatId="accent6"/>
      <dgm:spPr/>
      <dgm:t>
        <a:bodyPr/>
        <a:lstStyle/>
        <a:p>
          <a:endParaRPr lang="en-US"/>
        </a:p>
      </dgm:t>
    </dgm:pt>
    <dgm:pt modelId="{EEB197F4-0841-40C0-BDD1-529F70E2D445}">
      <dgm:prSet/>
      <dgm:spPr/>
      <dgm:t>
        <a:bodyPr/>
        <a:lstStyle/>
        <a:p>
          <a:r>
            <a:rPr lang="en-US"/>
            <a:t>Use the following links after the system starts:</a:t>
          </a:r>
        </a:p>
      </dgm:t>
    </dgm:pt>
    <dgm:pt modelId="{E53488BF-18AF-446E-AD5C-5F71EE80BBAB}" type="parTrans" cxnId="{EB8B3C63-C234-4953-AC8D-D64487549BF8}">
      <dgm:prSet/>
      <dgm:spPr/>
      <dgm:t>
        <a:bodyPr/>
        <a:lstStyle/>
        <a:p>
          <a:endParaRPr lang="en-US"/>
        </a:p>
      </dgm:t>
    </dgm:pt>
    <dgm:pt modelId="{82066B44-A65A-4E1E-A00D-D2CBCF35F2E2}" type="sibTrans" cxnId="{EB8B3C63-C234-4953-AC8D-D64487549BF8}">
      <dgm:prSet phldrT="01"/>
      <dgm:spPr/>
      <dgm:t>
        <a:bodyPr/>
        <a:lstStyle/>
        <a:p>
          <a:endParaRPr lang="en-US"/>
        </a:p>
      </dgm:t>
    </dgm:pt>
    <dgm:pt modelId="{DF4160B6-A8BD-400B-992F-9D2EAA0D66E1}">
      <dgm:prSet/>
      <dgm:spPr/>
      <dgm:t>
        <a:bodyPr/>
        <a:lstStyle/>
        <a:p>
          <a:r>
            <a:rPr lang="en-US"/>
            <a:t>Frontend Dashboard: http://localhost:5173 </a:t>
          </a:r>
        </a:p>
      </dgm:t>
    </dgm:pt>
    <dgm:pt modelId="{F7681088-D44D-49D7-9F4C-5CD9F56EC22A}" type="parTrans" cxnId="{2D63AB7A-C9FC-4310-8F39-CEA8687E8E31}">
      <dgm:prSet/>
      <dgm:spPr/>
      <dgm:t>
        <a:bodyPr/>
        <a:lstStyle/>
        <a:p>
          <a:endParaRPr lang="en-US"/>
        </a:p>
      </dgm:t>
    </dgm:pt>
    <dgm:pt modelId="{AD1D4DC0-8FAB-497E-A4A3-129025ADDA1D}" type="sibTrans" cxnId="{2D63AB7A-C9FC-4310-8F39-CEA8687E8E31}">
      <dgm:prSet phldrT="02"/>
      <dgm:spPr/>
      <dgm:t>
        <a:bodyPr/>
        <a:lstStyle/>
        <a:p>
          <a:endParaRPr lang="en-US"/>
        </a:p>
      </dgm:t>
    </dgm:pt>
    <dgm:pt modelId="{5E4947F1-1C20-4A76-8FB6-88DC8C59A8BC}">
      <dgm:prSet/>
      <dgm:spPr/>
      <dgm:t>
        <a:bodyPr/>
        <a:lstStyle/>
        <a:p>
          <a:r>
            <a:rPr lang="en-US"/>
            <a:t>Backend API: http://localhost:8000 </a:t>
          </a:r>
        </a:p>
      </dgm:t>
    </dgm:pt>
    <dgm:pt modelId="{7F83FA74-8486-421A-9403-B5449CA0F4B1}" type="parTrans" cxnId="{D0A51ECC-19CE-4A31-B2A8-EC0ED25DFA76}">
      <dgm:prSet/>
      <dgm:spPr/>
      <dgm:t>
        <a:bodyPr/>
        <a:lstStyle/>
        <a:p>
          <a:endParaRPr lang="en-US"/>
        </a:p>
      </dgm:t>
    </dgm:pt>
    <dgm:pt modelId="{B687F23E-45F4-424C-9D60-EAB4C116648C}" type="sibTrans" cxnId="{D0A51ECC-19CE-4A31-B2A8-EC0ED25DFA76}">
      <dgm:prSet phldrT="03"/>
      <dgm:spPr/>
      <dgm:t>
        <a:bodyPr/>
        <a:lstStyle/>
        <a:p>
          <a:endParaRPr lang="en-US"/>
        </a:p>
      </dgm:t>
    </dgm:pt>
    <dgm:pt modelId="{51D2099E-2A56-4330-8427-851DE1BA7D61}">
      <dgm:prSet/>
      <dgm:spPr/>
      <dgm:t>
        <a:bodyPr/>
        <a:lstStyle/>
        <a:p>
          <a:r>
            <a:rPr lang="en-US"/>
            <a:t>Grafana: http://localhost:4000 </a:t>
          </a:r>
        </a:p>
      </dgm:t>
    </dgm:pt>
    <dgm:pt modelId="{03B6325E-BDF6-40AB-B321-89472B4C60F8}" type="parTrans" cxnId="{1C3EEB93-48A0-4298-A216-3308E91AF8E3}">
      <dgm:prSet/>
      <dgm:spPr/>
      <dgm:t>
        <a:bodyPr/>
        <a:lstStyle/>
        <a:p>
          <a:endParaRPr lang="en-US"/>
        </a:p>
      </dgm:t>
    </dgm:pt>
    <dgm:pt modelId="{58C2603D-0BF2-4322-AFC9-B586E5098CC5}" type="sibTrans" cxnId="{1C3EEB93-48A0-4298-A216-3308E91AF8E3}">
      <dgm:prSet phldrT="04"/>
      <dgm:spPr/>
      <dgm:t>
        <a:bodyPr/>
        <a:lstStyle/>
        <a:p>
          <a:endParaRPr lang="en-US"/>
        </a:p>
      </dgm:t>
    </dgm:pt>
    <dgm:pt modelId="{067FA24B-697E-4D8F-8414-C7D48AE8312C}">
      <dgm:prSet/>
      <dgm:spPr/>
      <dgm:t>
        <a:bodyPr/>
        <a:lstStyle/>
        <a:p>
          <a:r>
            <a:rPr lang="en-US"/>
            <a:t>Prometheus: http://localhost:9090</a:t>
          </a:r>
        </a:p>
      </dgm:t>
    </dgm:pt>
    <dgm:pt modelId="{C5421731-1F00-4AFA-A2FE-8CBFD5B6A428}" type="parTrans" cxnId="{7BCCFFD5-3A50-49D6-AD8E-0F7D9816498E}">
      <dgm:prSet/>
      <dgm:spPr/>
      <dgm:t>
        <a:bodyPr/>
        <a:lstStyle/>
        <a:p>
          <a:endParaRPr lang="en-US"/>
        </a:p>
      </dgm:t>
    </dgm:pt>
    <dgm:pt modelId="{8C0D5B3B-6D30-425C-98F4-EA4356FCBA21}" type="sibTrans" cxnId="{7BCCFFD5-3A50-49D6-AD8E-0F7D9816498E}">
      <dgm:prSet phldrT="05"/>
      <dgm:spPr/>
      <dgm:t>
        <a:bodyPr/>
        <a:lstStyle/>
        <a:p>
          <a:endParaRPr lang="en-US"/>
        </a:p>
      </dgm:t>
    </dgm:pt>
    <dgm:pt modelId="{81EBA8CE-A9F0-4C29-B3FC-27BD92DDCD4F}" type="pres">
      <dgm:prSet presAssocID="{1BC4991E-3A49-485A-92C8-F225F197FE61}" presName="diagram" presStyleCnt="0">
        <dgm:presLayoutVars>
          <dgm:dir/>
          <dgm:resizeHandles val="exact"/>
        </dgm:presLayoutVars>
      </dgm:prSet>
      <dgm:spPr/>
    </dgm:pt>
    <dgm:pt modelId="{039F2A7E-4E13-4C2C-B08C-4D45BB27CBD7}" type="pres">
      <dgm:prSet presAssocID="{EEB197F4-0841-40C0-BDD1-529F70E2D445}" presName="node" presStyleLbl="node1" presStyleIdx="0" presStyleCnt="5">
        <dgm:presLayoutVars>
          <dgm:bulletEnabled val="1"/>
        </dgm:presLayoutVars>
      </dgm:prSet>
      <dgm:spPr/>
    </dgm:pt>
    <dgm:pt modelId="{13E2F1F3-B0E4-40E0-9DC5-B916603C81B7}" type="pres">
      <dgm:prSet presAssocID="{82066B44-A65A-4E1E-A00D-D2CBCF35F2E2}" presName="sibTrans" presStyleCnt="0"/>
      <dgm:spPr/>
    </dgm:pt>
    <dgm:pt modelId="{C611C349-8E3E-4759-81AF-4A35F0F740CB}" type="pres">
      <dgm:prSet presAssocID="{DF4160B6-A8BD-400B-992F-9D2EAA0D66E1}" presName="node" presStyleLbl="node1" presStyleIdx="1" presStyleCnt="5">
        <dgm:presLayoutVars>
          <dgm:bulletEnabled val="1"/>
        </dgm:presLayoutVars>
      </dgm:prSet>
      <dgm:spPr/>
    </dgm:pt>
    <dgm:pt modelId="{13404BB6-4592-4BC4-AF11-E7DDB79E5C40}" type="pres">
      <dgm:prSet presAssocID="{AD1D4DC0-8FAB-497E-A4A3-129025ADDA1D}" presName="sibTrans" presStyleCnt="0"/>
      <dgm:spPr/>
    </dgm:pt>
    <dgm:pt modelId="{C1FC14DE-2338-47B6-9B8C-9B9E3613AD9A}" type="pres">
      <dgm:prSet presAssocID="{5E4947F1-1C20-4A76-8FB6-88DC8C59A8BC}" presName="node" presStyleLbl="node1" presStyleIdx="2" presStyleCnt="5">
        <dgm:presLayoutVars>
          <dgm:bulletEnabled val="1"/>
        </dgm:presLayoutVars>
      </dgm:prSet>
      <dgm:spPr/>
    </dgm:pt>
    <dgm:pt modelId="{80403CC8-8F17-42C4-B175-FED4F2E0E615}" type="pres">
      <dgm:prSet presAssocID="{B687F23E-45F4-424C-9D60-EAB4C116648C}" presName="sibTrans" presStyleCnt="0"/>
      <dgm:spPr/>
    </dgm:pt>
    <dgm:pt modelId="{E7D1FA48-097D-49F0-8C95-812A1BA750CC}" type="pres">
      <dgm:prSet presAssocID="{51D2099E-2A56-4330-8427-851DE1BA7D61}" presName="node" presStyleLbl="node1" presStyleIdx="3" presStyleCnt="5">
        <dgm:presLayoutVars>
          <dgm:bulletEnabled val="1"/>
        </dgm:presLayoutVars>
      </dgm:prSet>
      <dgm:spPr/>
    </dgm:pt>
    <dgm:pt modelId="{B20A0524-F600-49B1-B27A-A6EF3E7180C7}" type="pres">
      <dgm:prSet presAssocID="{58C2603D-0BF2-4322-AFC9-B586E5098CC5}" presName="sibTrans" presStyleCnt="0"/>
      <dgm:spPr/>
    </dgm:pt>
    <dgm:pt modelId="{8B7858B6-D167-4A88-8FD3-69EC39AA8C3A}" type="pres">
      <dgm:prSet presAssocID="{067FA24B-697E-4D8F-8414-C7D48AE8312C}" presName="node" presStyleLbl="node1" presStyleIdx="4" presStyleCnt="5">
        <dgm:presLayoutVars>
          <dgm:bulletEnabled val="1"/>
        </dgm:presLayoutVars>
      </dgm:prSet>
      <dgm:spPr/>
    </dgm:pt>
  </dgm:ptLst>
  <dgm:cxnLst>
    <dgm:cxn modelId="{76F64005-05F6-4CFE-8800-C15E53D6BE7E}" type="presOf" srcId="{5E4947F1-1C20-4A76-8FB6-88DC8C59A8BC}" destId="{C1FC14DE-2338-47B6-9B8C-9B9E3613AD9A}" srcOrd="0" destOrd="0" presId="urn:microsoft.com/office/officeart/2005/8/layout/default"/>
    <dgm:cxn modelId="{63EDA262-97AB-4F52-979C-7C7E724A443E}" type="presOf" srcId="{067FA24B-697E-4D8F-8414-C7D48AE8312C}" destId="{8B7858B6-D167-4A88-8FD3-69EC39AA8C3A}" srcOrd="0" destOrd="0" presId="urn:microsoft.com/office/officeart/2005/8/layout/default"/>
    <dgm:cxn modelId="{EB8B3C63-C234-4953-AC8D-D64487549BF8}" srcId="{1BC4991E-3A49-485A-92C8-F225F197FE61}" destId="{EEB197F4-0841-40C0-BDD1-529F70E2D445}" srcOrd="0" destOrd="0" parTransId="{E53488BF-18AF-446E-AD5C-5F71EE80BBAB}" sibTransId="{82066B44-A65A-4E1E-A00D-D2CBCF35F2E2}"/>
    <dgm:cxn modelId="{2D63AB7A-C9FC-4310-8F39-CEA8687E8E31}" srcId="{1BC4991E-3A49-485A-92C8-F225F197FE61}" destId="{DF4160B6-A8BD-400B-992F-9D2EAA0D66E1}" srcOrd="1" destOrd="0" parTransId="{F7681088-D44D-49D7-9F4C-5CD9F56EC22A}" sibTransId="{AD1D4DC0-8FAB-497E-A4A3-129025ADDA1D}"/>
    <dgm:cxn modelId="{1C3EEB93-48A0-4298-A216-3308E91AF8E3}" srcId="{1BC4991E-3A49-485A-92C8-F225F197FE61}" destId="{51D2099E-2A56-4330-8427-851DE1BA7D61}" srcOrd="3" destOrd="0" parTransId="{03B6325E-BDF6-40AB-B321-89472B4C60F8}" sibTransId="{58C2603D-0BF2-4322-AFC9-B586E5098CC5}"/>
    <dgm:cxn modelId="{B21E0E95-6542-4175-BDFF-5796F6116C59}" type="presOf" srcId="{EEB197F4-0841-40C0-BDD1-529F70E2D445}" destId="{039F2A7E-4E13-4C2C-B08C-4D45BB27CBD7}" srcOrd="0" destOrd="0" presId="urn:microsoft.com/office/officeart/2005/8/layout/default"/>
    <dgm:cxn modelId="{10C0B79C-496D-47B8-AC49-28B618643A9B}" type="presOf" srcId="{51D2099E-2A56-4330-8427-851DE1BA7D61}" destId="{E7D1FA48-097D-49F0-8C95-812A1BA750CC}" srcOrd="0" destOrd="0" presId="urn:microsoft.com/office/officeart/2005/8/layout/default"/>
    <dgm:cxn modelId="{D0A51ECC-19CE-4A31-B2A8-EC0ED25DFA76}" srcId="{1BC4991E-3A49-485A-92C8-F225F197FE61}" destId="{5E4947F1-1C20-4A76-8FB6-88DC8C59A8BC}" srcOrd="2" destOrd="0" parTransId="{7F83FA74-8486-421A-9403-B5449CA0F4B1}" sibTransId="{B687F23E-45F4-424C-9D60-EAB4C116648C}"/>
    <dgm:cxn modelId="{37CE1ED4-3913-4633-9B06-2222D6537186}" type="presOf" srcId="{1BC4991E-3A49-485A-92C8-F225F197FE61}" destId="{81EBA8CE-A9F0-4C29-B3FC-27BD92DDCD4F}" srcOrd="0" destOrd="0" presId="urn:microsoft.com/office/officeart/2005/8/layout/default"/>
    <dgm:cxn modelId="{7BCCFFD5-3A50-49D6-AD8E-0F7D9816498E}" srcId="{1BC4991E-3A49-485A-92C8-F225F197FE61}" destId="{067FA24B-697E-4D8F-8414-C7D48AE8312C}" srcOrd="4" destOrd="0" parTransId="{C5421731-1F00-4AFA-A2FE-8CBFD5B6A428}" sibTransId="{8C0D5B3B-6D30-425C-98F4-EA4356FCBA21}"/>
    <dgm:cxn modelId="{42DA53D7-3916-423A-8AC2-C76D567AD106}" type="presOf" srcId="{DF4160B6-A8BD-400B-992F-9D2EAA0D66E1}" destId="{C611C349-8E3E-4759-81AF-4A35F0F740CB}" srcOrd="0" destOrd="0" presId="urn:microsoft.com/office/officeart/2005/8/layout/default"/>
    <dgm:cxn modelId="{3AACEE02-FF2D-4169-9AB2-E6411A175C28}" type="presParOf" srcId="{81EBA8CE-A9F0-4C29-B3FC-27BD92DDCD4F}" destId="{039F2A7E-4E13-4C2C-B08C-4D45BB27CBD7}" srcOrd="0" destOrd="0" presId="urn:microsoft.com/office/officeart/2005/8/layout/default"/>
    <dgm:cxn modelId="{4F58DE7E-C9FD-4059-9068-6E4976990D7C}" type="presParOf" srcId="{81EBA8CE-A9F0-4C29-B3FC-27BD92DDCD4F}" destId="{13E2F1F3-B0E4-40E0-9DC5-B916603C81B7}" srcOrd="1" destOrd="0" presId="urn:microsoft.com/office/officeart/2005/8/layout/default"/>
    <dgm:cxn modelId="{D00D741D-8055-407C-B755-568AB58A0F9B}" type="presParOf" srcId="{81EBA8CE-A9F0-4C29-B3FC-27BD92DDCD4F}" destId="{C611C349-8E3E-4759-81AF-4A35F0F740CB}" srcOrd="2" destOrd="0" presId="urn:microsoft.com/office/officeart/2005/8/layout/default"/>
    <dgm:cxn modelId="{6B2462C8-43EC-49A1-A671-1B223033ACE2}" type="presParOf" srcId="{81EBA8CE-A9F0-4C29-B3FC-27BD92DDCD4F}" destId="{13404BB6-4592-4BC4-AF11-E7DDB79E5C40}" srcOrd="3" destOrd="0" presId="urn:microsoft.com/office/officeart/2005/8/layout/default"/>
    <dgm:cxn modelId="{3B8FB5AE-3B96-4357-842A-EF373766087E}" type="presParOf" srcId="{81EBA8CE-A9F0-4C29-B3FC-27BD92DDCD4F}" destId="{C1FC14DE-2338-47B6-9B8C-9B9E3613AD9A}" srcOrd="4" destOrd="0" presId="urn:microsoft.com/office/officeart/2005/8/layout/default"/>
    <dgm:cxn modelId="{5B1F572C-CCCC-45B3-B2DD-D505F4950B65}" type="presParOf" srcId="{81EBA8CE-A9F0-4C29-B3FC-27BD92DDCD4F}" destId="{80403CC8-8F17-42C4-B175-FED4F2E0E615}" srcOrd="5" destOrd="0" presId="urn:microsoft.com/office/officeart/2005/8/layout/default"/>
    <dgm:cxn modelId="{723543ED-6A26-4248-9BDD-FED6E72E39CF}" type="presParOf" srcId="{81EBA8CE-A9F0-4C29-B3FC-27BD92DDCD4F}" destId="{E7D1FA48-097D-49F0-8C95-812A1BA750CC}" srcOrd="6" destOrd="0" presId="urn:microsoft.com/office/officeart/2005/8/layout/default"/>
    <dgm:cxn modelId="{BEF6543A-E979-4504-86D9-7ACCA52AD823}" type="presParOf" srcId="{81EBA8CE-A9F0-4C29-B3FC-27BD92DDCD4F}" destId="{B20A0524-F600-49B1-B27A-A6EF3E7180C7}" srcOrd="7" destOrd="0" presId="urn:microsoft.com/office/officeart/2005/8/layout/default"/>
    <dgm:cxn modelId="{4657A967-1C94-4BA4-B343-AE8F65D65F21}" type="presParOf" srcId="{81EBA8CE-A9F0-4C29-B3FC-27BD92DDCD4F}" destId="{8B7858B6-D167-4A88-8FD3-69EC39AA8C3A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CA7CD0F-B173-4B36-9845-227F3520FEA7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accent3_2" csCatId="accent3" phldr="1"/>
      <dgm:spPr/>
      <dgm:t>
        <a:bodyPr/>
        <a:lstStyle/>
        <a:p>
          <a:endParaRPr lang="en-US"/>
        </a:p>
      </dgm:t>
    </dgm:pt>
    <dgm:pt modelId="{8AD59659-60F9-40BF-89FB-02AD6421D19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Use the </a:t>
          </a:r>
          <a:r>
            <a:rPr lang="en-US" b="1"/>
            <a:t>Admin</a:t>
          </a:r>
          <a:r>
            <a:rPr lang="en-US"/>
            <a:t> account for management access.</a:t>
          </a:r>
        </a:p>
      </dgm:t>
    </dgm:pt>
    <dgm:pt modelId="{CD23426C-8677-4E90-A95B-7825E02B43DC}" type="parTrans" cxnId="{5EA31CCF-5F26-4B5A-BBD6-D2F6A3BE3300}">
      <dgm:prSet/>
      <dgm:spPr/>
      <dgm:t>
        <a:bodyPr/>
        <a:lstStyle/>
        <a:p>
          <a:endParaRPr lang="en-US"/>
        </a:p>
      </dgm:t>
    </dgm:pt>
    <dgm:pt modelId="{F63C925F-E9C1-459E-83ED-5E3183839BB4}" type="sibTrans" cxnId="{5EA31CCF-5F26-4B5A-BBD6-D2F6A3BE3300}">
      <dgm:prSet/>
      <dgm:spPr/>
      <dgm:t>
        <a:bodyPr/>
        <a:lstStyle/>
        <a:p>
          <a:endParaRPr lang="en-US"/>
        </a:p>
      </dgm:t>
    </dgm:pt>
    <dgm:pt modelId="{951AC816-D67C-452A-8012-54CE22FF0F9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Account details:</a:t>
          </a:r>
          <a:endParaRPr lang="en-US"/>
        </a:p>
      </dgm:t>
    </dgm:pt>
    <dgm:pt modelId="{7CC44CE0-0B27-41BB-840D-C715BEF71FED}" type="parTrans" cxnId="{CB951755-0273-4EA7-8BBA-95E142615C4F}">
      <dgm:prSet/>
      <dgm:spPr/>
      <dgm:t>
        <a:bodyPr/>
        <a:lstStyle/>
        <a:p>
          <a:endParaRPr lang="en-US"/>
        </a:p>
      </dgm:t>
    </dgm:pt>
    <dgm:pt modelId="{AB8D1A4D-33CE-4155-954E-B7826C021D6B}" type="sibTrans" cxnId="{CB951755-0273-4EA7-8BBA-95E142615C4F}">
      <dgm:prSet/>
      <dgm:spPr/>
      <dgm:t>
        <a:bodyPr/>
        <a:lstStyle/>
        <a:p>
          <a:endParaRPr lang="en-US"/>
        </a:p>
      </dgm:t>
    </dgm:pt>
    <dgm:pt modelId="{FE320123-8DE1-4DFD-9A66-F5366B79941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Username:</a:t>
          </a:r>
          <a:r>
            <a:rPr lang="en-US"/>
            <a:t> admin </a:t>
          </a:r>
        </a:p>
      </dgm:t>
    </dgm:pt>
    <dgm:pt modelId="{2607AEF8-C821-4D78-910C-6DEB21522218}" type="parTrans" cxnId="{5A87C54C-FDFE-4217-8C98-F063409039C3}">
      <dgm:prSet/>
      <dgm:spPr/>
      <dgm:t>
        <a:bodyPr/>
        <a:lstStyle/>
        <a:p>
          <a:endParaRPr lang="en-US"/>
        </a:p>
      </dgm:t>
    </dgm:pt>
    <dgm:pt modelId="{E90A7360-6632-4674-B1FE-5A13732AB981}" type="sibTrans" cxnId="{5A87C54C-FDFE-4217-8C98-F063409039C3}">
      <dgm:prSet/>
      <dgm:spPr/>
      <dgm:t>
        <a:bodyPr/>
        <a:lstStyle/>
        <a:p>
          <a:endParaRPr lang="en-US"/>
        </a:p>
      </dgm:t>
    </dgm:pt>
    <dgm:pt modelId="{F1728B8A-D068-4EB4-AF9B-A811A6C26F0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Password:</a:t>
          </a:r>
          <a:r>
            <a:rPr lang="en-US"/>
            <a:t> admin </a:t>
          </a:r>
        </a:p>
      </dgm:t>
    </dgm:pt>
    <dgm:pt modelId="{3C7DB4D3-682F-45B1-8325-306C1555FE11}" type="parTrans" cxnId="{BC7A2330-646F-4E5D-81B1-B25ED0422F6A}">
      <dgm:prSet/>
      <dgm:spPr/>
      <dgm:t>
        <a:bodyPr/>
        <a:lstStyle/>
        <a:p>
          <a:endParaRPr lang="en-US"/>
        </a:p>
      </dgm:t>
    </dgm:pt>
    <dgm:pt modelId="{C2405007-6618-4AB4-9FA1-ACC7D811AD48}" type="sibTrans" cxnId="{BC7A2330-646F-4E5D-81B1-B25ED0422F6A}">
      <dgm:prSet/>
      <dgm:spPr/>
      <dgm:t>
        <a:bodyPr/>
        <a:lstStyle/>
        <a:p>
          <a:endParaRPr lang="en-US"/>
        </a:p>
      </dgm:t>
    </dgm:pt>
    <dgm:pt modelId="{5A84D1B8-E1B0-45D2-ABCB-8E2B6C4C7568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1"/>
            <a:t>Admin access includes:</a:t>
          </a:r>
          <a:endParaRPr lang="en-US"/>
        </a:p>
      </dgm:t>
    </dgm:pt>
    <dgm:pt modelId="{D5B1FC67-3284-40AB-B911-CE16B829773B}" type="parTrans" cxnId="{5DB7B4D9-F721-4559-BBFC-7C5AAE572E91}">
      <dgm:prSet/>
      <dgm:spPr/>
      <dgm:t>
        <a:bodyPr/>
        <a:lstStyle/>
        <a:p>
          <a:endParaRPr lang="en-US"/>
        </a:p>
      </dgm:t>
    </dgm:pt>
    <dgm:pt modelId="{8F1641BF-E671-4A82-91F8-57368E94A7EC}" type="sibTrans" cxnId="{5DB7B4D9-F721-4559-BBFC-7C5AAE572E91}">
      <dgm:prSet/>
      <dgm:spPr/>
      <dgm:t>
        <a:bodyPr/>
        <a:lstStyle/>
        <a:p>
          <a:endParaRPr lang="en-US"/>
        </a:p>
      </dgm:t>
    </dgm:pt>
    <dgm:pt modelId="{274CF8F1-4B25-4D69-98E8-14570937779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Admin controls </a:t>
          </a:r>
        </a:p>
      </dgm:t>
    </dgm:pt>
    <dgm:pt modelId="{A275861C-F1B2-486E-A171-749EB67A6079}" type="parTrans" cxnId="{365EEA8D-C44F-4887-8C72-C853C8082A90}">
      <dgm:prSet/>
      <dgm:spPr/>
      <dgm:t>
        <a:bodyPr/>
        <a:lstStyle/>
        <a:p>
          <a:endParaRPr lang="en-US"/>
        </a:p>
      </dgm:t>
    </dgm:pt>
    <dgm:pt modelId="{CF63A711-6DC9-4E5E-9021-77DA2EABCD58}" type="sibTrans" cxnId="{365EEA8D-C44F-4887-8C72-C853C8082A90}">
      <dgm:prSet/>
      <dgm:spPr/>
      <dgm:t>
        <a:bodyPr/>
        <a:lstStyle/>
        <a:p>
          <a:endParaRPr lang="en-US"/>
        </a:p>
      </dgm:t>
    </dgm:pt>
    <dgm:pt modelId="{3E1980B1-658E-47F6-AFCC-B2265FF71C3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Simulator controls </a:t>
          </a:r>
        </a:p>
      </dgm:t>
    </dgm:pt>
    <dgm:pt modelId="{29A0C1A7-F479-451B-BB34-82CACE71EE93}" type="parTrans" cxnId="{9EC8FB3F-3BAD-48B5-96D6-D07CD00FB55F}">
      <dgm:prSet/>
      <dgm:spPr/>
      <dgm:t>
        <a:bodyPr/>
        <a:lstStyle/>
        <a:p>
          <a:endParaRPr lang="en-US"/>
        </a:p>
      </dgm:t>
    </dgm:pt>
    <dgm:pt modelId="{24B34E3C-17CC-4102-B3CE-88E5CBB4E23D}" type="sibTrans" cxnId="{9EC8FB3F-3BAD-48B5-96D6-D07CD00FB55F}">
      <dgm:prSet/>
      <dgm:spPr/>
      <dgm:t>
        <a:bodyPr/>
        <a:lstStyle/>
        <a:p>
          <a:endParaRPr lang="en-US"/>
        </a:p>
      </dgm:t>
    </dgm:pt>
    <dgm:pt modelId="{0C04C9D4-13B2-4B05-8CD0-34AA3A756B0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System management features </a:t>
          </a:r>
        </a:p>
      </dgm:t>
    </dgm:pt>
    <dgm:pt modelId="{E9495D64-18DC-45E7-ABD6-7D05E1908FFF}" type="parTrans" cxnId="{273C0419-223D-400F-97B8-3A0FB7D674D8}">
      <dgm:prSet/>
      <dgm:spPr/>
      <dgm:t>
        <a:bodyPr/>
        <a:lstStyle/>
        <a:p>
          <a:endParaRPr lang="en-US"/>
        </a:p>
      </dgm:t>
    </dgm:pt>
    <dgm:pt modelId="{437F1FE1-646C-4E2E-A5C3-76F55F3A4860}" type="sibTrans" cxnId="{273C0419-223D-400F-97B8-3A0FB7D674D8}">
      <dgm:prSet/>
      <dgm:spPr/>
      <dgm:t>
        <a:bodyPr/>
        <a:lstStyle/>
        <a:p>
          <a:endParaRPr lang="en-US"/>
        </a:p>
      </dgm:t>
    </dgm:pt>
    <dgm:pt modelId="{343E0A82-276A-4217-BCDA-F25E7B80D76D}" type="pres">
      <dgm:prSet presAssocID="{7CA7CD0F-B173-4B36-9845-227F3520FEA7}" presName="root" presStyleCnt="0">
        <dgm:presLayoutVars>
          <dgm:dir/>
          <dgm:resizeHandles val="exact"/>
        </dgm:presLayoutVars>
      </dgm:prSet>
      <dgm:spPr/>
    </dgm:pt>
    <dgm:pt modelId="{9DEA3F8F-FE3D-4D45-9E04-36E21C161974}" type="pres">
      <dgm:prSet presAssocID="{8AD59659-60F9-40BF-89FB-02AD6421D19B}" presName="compNode" presStyleCnt="0"/>
      <dgm:spPr/>
    </dgm:pt>
    <dgm:pt modelId="{9C709DBA-0FC2-45B9-8F1D-C8A119948067}" type="pres">
      <dgm:prSet presAssocID="{8AD59659-60F9-40BF-89FB-02AD6421D19B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5EDEBDB7-B7EB-4D14-B645-ADB835F3AF19}" type="pres">
      <dgm:prSet presAssocID="{8AD59659-60F9-40BF-89FB-02AD6421D19B}" presName="iconSpace" presStyleCnt="0"/>
      <dgm:spPr/>
    </dgm:pt>
    <dgm:pt modelId="{B24ACABF-03BD-49D6-ADD2-51364744D4F8}" type="pres">
      <dgm:prSet presAssocID="{8AD59659-60F9-40BF-89FB-02AD6421D19B}" presName="parTx" presStyleLbl="revTx" presStyleIdx="0" presStyleCnt="4">
        <dgm:presLayoutVars>
          <dgm:chMax val="0"/>
          <dgm:chPref val="0"/>
        </dgm:presLayoutVars>
      </dgm:prSet>
      <dgm:spPr/>
    </dgm:pt>
    <dgm:pt modelId="{9222D1F1-3D04-4AF7-8B07-6757FC8A970D}" type="pres">
      <dgm:prSet presAssocID="{8AD59659-60F9-40BF-89FB-02AD6421D19B}" presName="txSpace" presStyleCnt="0"/>
      <dgm:spPr/>
    </dgm:pt>
    <dgm:pt modelId="{E8AA2A5E-E402-4B4E-9416-46B3085C1177}" type="pres">
      <dgm:prSet presAssocID="{8AD59659-60F9-40BF-89FB-02AD6421D19B}" presName="desTx" presStyleLbl="revTx" presStyleIdx="1" presStyleCnt="4">
        <dgm:presLayoutVars/>
      </dgm:prSet>
      <dgm:spPr/>
    </dgm:pt>
    <dgm:pt modelId="{C6619BF1-C54E-4ADB-BAC2-2432040A4C0D}" type="pres">
      <dgm:prSet presAssocID="{F63C925F-E9C1-459E-83ED-5E3183839BB4}" presName="sibTrans" presStyleCnt="0"/>
      <dgm:spPr/>
    </dgm:pt>
    <dgm:pt modelId="{777B9F2C-80A5-405C-9D76-706FA311540E}" type="pres">
      <dgm:prSet presAssocID="{5A84D1B8-E1B0-45D2-ABCB-8E2B6C4C7568}" presName="compNode" presStyleCnt="0"/>
      <dgm:spPr/>
    </dgm:pt>
    <dgm:pt modelId="{D73D7EDB-A964-48D7-AD57-D97545208AD6}" type="pres">
      <dgm:prSet presAssocID="{5A84D1B8-E1B0-45D2-ABCB-8E2B6C4C7568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D935B76E-2CEE-44C2-8CA1-4C633FCDFDA9}" type="pres">
      <dgm:prSet presAssocID="{5A84D1B8-E1B0-45D2-ABCB-8E2B6C4C7568}" presName="iconSpace" presStyleCnt="0"/>
      <dgm:spPr/>
    </dgm:pt>
    <dgm:pt modelId="{168AC230-BB6F-42E6-A3EC-7DCE0FBD323D}" type="pres">
      <dgm:prSet presAssocID="{5A84D1B8-E1B0-45D2-ABCB-8E2B6C4C7568}" presName="parTx" presStyleLbl="revTx" presStyleIdx="2" presStyleCnt="4">
        <dgm:presLayoutVars>
          <dgm:chMax val="0"/>
          <dgm:chPref val="0"/>
        </dgm:presLayoutVars>
      </dgm:prSet>
      <dgm:spPr/>
    </dgm:pt>
    <dgm:pt modelId="{AAD25B2D-9569-4091-AB3F-F0446A9A7684}" type="pres">
      <dgm:prSet presAssocID="{5A84D1B8-E1B0-45D2-ABCB-8E2B6C4C7568}" presName="txSpace" presStyleCnt="0"/>
      <dgm:spPr/>
    </dgm:pt>
    <dgm:pt modelId="{47D579DF-7A1A-438C-BB26-C2AB8A05BBC6}" type="pres">
      <dgm:prSet presAssocID="{5A84D1B8-E1B0-45D2-ABCB-8E2B6C4C7568}" presName="desTx" presStyleLbl="revTx" presStyleIdx="3" presStyleCnt="4">
        <dgm:presLayoutVars/>
      </dgm:prSet>
      <dgm:spPr/>
    </dgm:pt>
  </dgm:ptLst>
  <dgm:cxnLst>
    <dgm:cxn modelId="{349D0C07-BC22-431A-8227-1F49E45337D2}" type="presOf" srcId="{3E1980B1-658E-47F6-AFCC-B2265FF71C3E}" destId="{47D579DF-7A1A-438C-BB26-C2AB8A05BBC6}" srcOrd="0" destOrd="1" presId="urn:microsoft.com/office/officeart/2018/2/layout/IconLabelDescriptionList"/>
    <dgm:cxn modelId="{A075D409-1C9F-4EEF-8F5D-A6C00118EBD7}" type="presOf" srcId="{7CA7CD0F-B173-4B36-9845-227F3520FEA7}" destId="{343E0A82-276A-4217-BCDA-F25E7B80D76D}" srcOrd="0" destOrd="0" presId="urn:microsoft.com/office/officeart/2018/2/layout/IconLabelDescriptionList"/>
    <dgm:cxn modelId="{29E96E0E-15C9-4EE3-B33C-918738F0B2E8}" type="presOf" srcId="{8AD59659-60F9-40BF-89FB-02AD6421D19B}" destId="{B24ACABF-03BD-49D6-ADD2-51364744D4F8}" srcOrd="0" destOrd="0" presId="urn:microsoft.com/office/officeart/2018/2/layout/IconLabelDescriptionList"/>
    <dgm:cxn modelId="{273C0419-223D-400F-97B8-3A0FB7D674D8}" srcId="{5A84D1B8-E1B0-45D2-ABCB-8E2B6C4C7568}" destId="{0C04C9D4-13B2-4B05-8CD0-34AA3A756B07}" srcOrd="2" destOrd="0" parTransId="{E9495D64-18DC-45E7-ABD6-7D05E1908FFF}" sibTransId="{437F1FE1-646C-4E2E-A5C3-76F55F3A4860}"/>
    <dgm:cxn modelId="{BC7A2330-646F-4E5D-81B1-B25ED0422F6A}" srcId="{8AD59659-60F9-40BF-89FB-02AD6421D19B}" destId="{F1728B8A-D068-4EB4-AF9B-A811A6C26F0A}" srcOrd="2" destOrd="0" parTransId="{3C7DB4D3-682F-45B1-8325-306C1555FE11}" sibTransId="{C2405007-6618-4AB4-9FA1-ACC7D811AD48}"/>
    <dgm:cxn modelId="{09E10739-1399-463D-8308-5C329F67BAC5}" type="presOf" srcId="{0C04C9D4-13B2-4B05-8CD0-34AA3A756B07}" destId="{47D579DF-7A1A-438C-BB26-C2AB8A05BBC6}" srcOrd="0" destOrd="2" presId="urn:microsoft.com/office/officeart/2018/2/layout/IconLabelDescriptionList"/>
    <dgm:cxn modelId="{9EC8FB3F-3BAD-48B5-96D6-D07CD00FB55F}" srcId="{5A84D1B8-E1B0-45D2-ABCB-8E2B6C4C7568}" destId="{3E1980B1-658E-47F6-AFCC-B2265FF71C3E}" srcOrd="1" destOrd="0" parTransId="{29A0C1A7-F479-451B-BB34-82CACE71EE93}" sibTransId="{24B34E3C-17CC-4102-B3CE-88E5CBB4E23D}"/>
    <dgm:cxn modelId="{5A87C54C-FDFE-4217-8C98-F063409039C3}" srcId="{8AD59659-60F9-40BF-89FB-02AD6421D19B}" destId="{FE320123-8DE1-4DFD-9A66-F5366B79941A}" srcOrd="1" destOrd="0" parTransId="{2607AEF8-C821-4D78-910C-6DEB21522218}" sibTransId="{E90A7360-6632-4674-B1FE-5A13732AB981}"/>
    <dgm:cxn modelId="{CB951755-0273-4EA7-8BBA-95E142615C4F}" srcId="{8AD59659-60F9-40BF-89FB-02AD6421D19B}" destId="{951AC816-D67C-452A-8012-54CE22FF0F96}" srcOrd="0" destOrd="0" parTransId="{7CC44CE0-0B27-41BB-840D-C715BEF71FED}" sibTransId="{AB8D1A4D-33CE-4155-954E-B7826C021D6B}"/>
    <dgm:cxn modelId="{B48E7182-CA70-482A-9E3F-A9DCC85C9305}" type="presOf" srcId="{951AC816-D67C-452A-8012-54CE22FF0F96}" destId="{E8AA2A5E-E402-4B4E-9416-46B3085C1177}" srcOrd="0" destOrd="0" presId="urn:microsoft.com/office/officeart/2018/2/layout/IconLabelDescriptionList"/>
    <dgm:cxn modelId="{365EEA8D-C44F-4887-8C72-C853C8082A90}" srcId="{5A84D1B8-E1B0-45D2-ABCB-8E2B6C4C7568}" destId="{274CF8F1-4B25-4D69-98E8-145709377791}" srcOrd="0" destOrd="0" parTransId="{A275861C-F1B2-486E-A171-749EB67A6079}" sibTransId="{CF63A711-6DC9-4E5E-9021-77DA2EABCD58}"/>
    <dgm:cxn modelId="{21A8FDB5-2CBE-48BF-B617-38E515EBB241}" type="presOf" srcId="{274CF8F1-4B25-4D69-98E8-145709377791}" destId="{47D579DF-7A1A-438C-BB26-C2AB8A05BBC6}" srcOrd="0" destOrd="0" presId="urn:microsoft.com/office/officeart/2018/2/layout/IconLabelDescriptionList"/>
    <dgm:cxn modelId="{42CA90BA-7978-4A68-890F-125B96DEF4FF}" type="presOf" srcId="{F1728B8A-D068-4EB4-AF9B-A811A6C26F0A}" destId="{E8AA2A5E-E402-4B4E-9416-46B3085C1177}" srcOrd="0" destOrd="2" presId="urn:microsoft.com/office/officeart/2018/2/layout/IconLabelDescriptionList"/>
    <dgm:cxn modelId="{5EA31CCF-5F26-4B5A-BBD6-D2F6A3BE3300}" srcId="{7CA7CD0F-B173-4B36-9845-227F3520FEA7}" destId="{8AD59659-60F9-40BF-89FB-02AD6421D19B}" srcOrd="0" destOrd="0" parTransId="{CD23426C-8677-4E90-A95B-7825E02B43DC}" sibTransId="{F63C925F-E9C1-459E-83ED-5E3183839BB4}"/>
    <dgm:cxn modelId="{5DB7B4D9-F721-4559-BBFC-7C5AAE572E91}" srcId="{7CA7CD0F-B173-4B36-9845-227F3520FEA7}" destId="{5A84D1B8-E1B0-45D2-ABCB-8E2B6C4C7568}" srcOrd="1" destOrd="0" parTransId="{D5B1FC67-3284-40AB-B911-CE16B829773B}" sibTransId="{8F1641BF-E671-4A82-91F8-57368E94A7EC}"/>
    <dgm:cxn modelId="{C3EA55EF-50D7-4BBD-9931-8386A194696B}" type="presOf" srcId="{FE320123-8DE1-4DFD-9A66-F5366B79941A}" destId="{E8AA2A5E-E402-4B4E-9416-46B3085C1177}" srcOrd="0" destOrd="1" presId="urn:microsoft.com/office/officeart/2018/2/layout/IconLabelDescriptionList"/>
    <dgm:cxn modelId="{03E180F7-011C-4B29-B9C9-FFD6A8D3707D}" type="presOf" srcId="{5A84D1B8-E1B0-45D2-ABCB-8E2B6C4C7568}" destId="{168AC230-BB6F-42E6-A3EC-7DCE0FBD323D}" srcOrd="0" destOrd="0" presId="urn:microsoft.com/office/officeart/2018/2/layout/IconLabelDescriptionList"/>
    <dgm:cxn modelId="{3D574C3C-BA24-4F09-89A1-F279E0B91ADF}" type="presParOf" srcId="{343E0A82-276A-4217-BCDA-F25E7B80D76D}" destId="{9DEA3F8F-FE3D-4D45-9E04-36E21C161974}" srcOrd="0" destOrd="0" presId="urn:microsoft.com/office/officeart/2018/2/layout/IconLabelDescriptionList"/>
    <dgm:cxn modelId="{C27178E8-E3F3-42B8-A28F-C7CB6B8F22BE}" type="presParOf" srcId="{9DEA3F8F-FE3D-4D45-9E04-36E21C161974}" destId="{9C709DBA-0FC2-45B9-8F1D-C8A119948067}" srcOrd="0" destOrd="0" presId="urn:microsoft.com/office/officeart/2018/2/layout/IconLabelDescriptionList"/>
    <dgm:cxn modelId="{E046015D-913B-4C1C-B8C1-147CD2020251}" type="presParOf" srcId="{9DEA3F8F-FE3D-4D45-9E04-36E21C161974}" destId="{5EDEBDB7-B7EB-4D14-B645-ADB835F3AF19}" srcOrd="1" destOrd="0" presId="urn:microsoft.com/office/officeart/2018/2/layout/IconLabelDescriptionList"/>
    <dgm:cxn modelId="{F03C15DF-42BD-4701-AAA8-3D8D4949AE95}" type="presParOf" srcId="{9DEA3F8F-FE3D-4D45-9E04-36E21C161974}" destId="{B24ACABF-03BD-49D6-ADD2-51364744D4F8}" srcOrd="2" destOrd="0" presId="urn:microsoft.com/office/officeart/2018/2/layout/IconLabelDescriptionList"/>
    <dgm:cxn modelId="{1B3654AA-BA2F-4BDC-82E8-52AA8E109FEC}" type="presParOf" srcId="{9DEA3F8F-FE3D-4D45-9E04-36E21C161974}" destId="{9222D1F1-3D04-4AF7-8B07-6757FC8A970D}" srcOrd="3" destOrd="0" presId="urn:microsoft.com/office/officeart/2018/2/layout/IconLabelDescriptionList"/>
    <dgm:cxn modelId="{C5439B85-24B5-4E3D-95B1-F1DA0F71548E}" type="presParOf" srcId="{9DEA3F8F-FE3D-4D45-9E04-36E21C161974}" destId="{E8AA2A5E-E402-4B4E-9416-46B3085C1177}" srcOrd="4" destOrd="0" presId="urn:microsoft.com/office/officeart/2018/2/layout/IconLabelDescriptionList"/>
    <dgm:cxn modelId="{59CA47A2-7283-4CB9-87E9-2CF77AEE4F46}" type="presParOf" srcId="{343E0A82-276A-4217-BCDA-F25E7B80D76D}" destId="{C6619BF1-C54E-4ADB-BAC2-2432040A4C0D}" srcOrd="1" destOrd="0" presId="urn:microsoft.com/office/officeart/2018/2/layout/IconLabelDescriptionList"/>
    <dgm:cxn modelId="{BB67D402-73D4-44E2-A5CC-CC5C6AD7309A}" type="presParOf" srcId="{343E0A82-276A-4217-BCDA-F25E7B80D76D}" destId="{777B9F2C-80A5-405C-9D76-706FA311540E}" srcOrd="2" destOrd="0" presId="urn:microsoft.com/office/officeart/2018/2/layout/IconLabelDescriptionList"/>
    <dgm:cxn modelId="{A7124373-40E5-4BCF-9754-5EA974A1BB31}" type="presParOf" srcId="{777B9F2C-80A5-405C-9D76-706FA311540E}" destId="{D73D7EDB-A964-48D7-AD57-D97545208AD6}" srcOrd="0" destOrd="0" presId="urn:microsoft.com/office/officeart/2018/2/layout/IconLabelDescriptionList"/>
    <dgm:cxn modelId="{B41EB62F-D30B-416B-A383-30066C9A11A0}" type="presParOf" srcId="{777B9F2C-80A5-405C-9D76-706FA311540E}" destId="{D935B76E-2CEE-44C2-8CA1-4C633FCDFDA9}" srcOrd="1" destOrd="0" presId="urn:microsoft.com/office/officeart/2018/2/layout/IconLabelDescriptionList"/>
    <dgm:cxn modelId="{5A9CD7D9-EDC5-4167-8D67-8EB5511E9669}" type="presParOf" srcId="{777B9F2C-80A5-405C-9D76-706FA311540E}" destId="{168AC230-BB6F-42E6-A3EC-7DCE0FBD323D}" srcOrd="2" destOrd="0" presId="urn:microsoft.com/office/officeart/2018/2/layout/IconLabelDescriptionList"/>
    <dgm:cxn modelId="{94BB592E-BBB8-47F1-955C-BCFF66BDE8A8}" type="presParOf" srcId="{777B9F2C-80A5-405C-9D76-706FA311540E}" destId="{AAD25B2D-9569-4091-AB3F-F0446A9A7684}" srcOrd="3" destOrd="0" presId="urn:microsoft.com/office/officeart/2018/2/layout/IconLabelDescriptionList"/>
    <dgm:cxn modelId="{033765B4-1971-45EA-AA32-3EE8B50B6E35}" type="presParOf" srcId="{777B9F2C-80A5-405C-9D76-706FA311540E}" destId="{47D579DF-7A1A-438C-BB26-C2AB8A05BBC6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251A812-0F0D-42A5-B4E1-B05777F70414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9246EB9-71C5-4809-9172-9C22CBD8BC49}">
      <dgm:prSet/>
      <dgm:spPr/>
      <dgm:t>
        <a:bodyPr/>
        <a:lstStyle/>
        <a:p>
          <a:r>
            <a:rPr lang="en-US" b="0" i="0" baseline="0"/>
            <a:t>Load the Docker images first </a:t>
          </a:r>
          <a:endParaRPr lang="en-US"/>
        </a:p>
      </dgm:t>
    </dgm:pt>
    <dgm:pt modelId="{3D363151-B0E2-44CF-A76B-08D5437CAEE6}" type="parTrans" cxnId="{00D353D0-0D4C-4AF5-9CAC-BCA8738E94EC}">
      <dgm:prSet/>
      <dgm:spPr/>
      <dgm:t>
        <a:bodyPr/>
        <a:lstStyle/>
        <a:p>
          <a:endParaRPr lang="en-US"/>
        </a:p>
      </dgm:t>
    </dgm:pt>
    <dgm:pt modelId="{80D906C4-C6C4-4D19-9B2C-8C6F87B44AB5}" type="sibTrans" cxnId="{00D353D0-0D4C-4AF5-9CAC-BCA8738E94EC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91351319-53C7-41F7-A898-21CCEA2B5EB8}">
      <dgm:prSet/>
      <dgm:spPr/>
      <dgm:t>
        <a:bodyPr/>
        <a:lstStyle/>
        <a:p>
          <a:r>
            <a:rPr lang="en-US" b="0" i="0" baseline="0"/>
            <a:t>Start the dashboard services </a:t>
          </a:r>
          <a:endParaRPr lang="en-US"/>
        </a:p>
      </dgm:t>
    </dgm:pt>
    <dgm:pt modelId="{DD06F5E9-C199-4DDD-8EEC-315526775AAE}" type="parTrans" cxnId="{A8231AD3-36DA-4392-8058-A47C63B2EFD0}">
      <dgm:prSet/>
      <dgm:spPr/>
      <dgm:t>
        <a:bodyPr/>
        <a:lstStyle/>
        <a:p>
          <a:endParaRPr lang="en-US"/>
        </a:p>
      </dgm:t>
    </dgm:pt>
    <dgm:pt modelId="{76027E98-10FE-4953-8B90-619E9748259D}" type="sibTrans" cxnId="{A8231AD3-36DA-4392-8058-A47C63B2EFD0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EEBFB1F9-0E44-4039-9651-076868036077}">
      <dgm:prSet/>
      <dgm:spPr/>
      <dgm:t>
        <a:bodyPr/>
        <a:lstStyle/>
        <a:p>
          <a:r>
            <a:rPr lang="en-US" b="0" i="0" baseline="0"/>
            <a:t>Open the system using the provided links </a:t>
          </a:r>
          <a:endParaRPr lang="en-US"/>
        </a:p>
      </dgm:t>
    </dgm:pt>
    <dgm:pt modelId="{7A79E8C8-AE5F-4894-8CDA-028F17510461}" type="parTrans" cxnId="{9197CFA6-5051-4189-AFBC-A5CBC4166049}">
      <dgm:prSet/>
      <dgm:spPr/>
      <dgm:t>
        <a:bodyPr/>
        <a:lstStyle/>
        <a:p>
          <a:endParaRPr lang="en-US"/>
        </a:p>
      </dgm:t>
    </dgm:pt>
    <dgm:pt modelId="{9712F50E-C32A-4A21-B0D0-0ADA664EC9DD}" type="sibTrans" cxnId="{9197CFA6-5051-4189-AFBC-A5CBC4166049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9885B2A7-BC85-414A-9B18-A07680D81B07}">
      <dgm:prSet/>
      <dgm:spPr/>
      <dgm:t>
        <a:bodyPr/>
        <a:lstStyle/>
        <a:p>
          <a:r>
            <a:rPr lang="en-US" b="0" i="0" baseline="0"/>
            <a:t>Use the correct login account for access </a:t>
          </a:r>
          <a:endParaRPr lang="en-US"/>
        </a:p>
      </dgm:t>
    </dgm:pt>
    <dgm:pt modelId="{8EA638C9-112E-4F47-8B97-A263FBCC998B}" type="parTrans" cxnId="{2C1778D2-9C16-4767-AB4C-C9BB96895AFB}">
      <dgm:prSet/>
      <dgm:spPr/>
      <dgm:t>
        <a:bodyPr/>
        <a:lstStyle/>
        <a:p>
          <a:endParaRPr lang="en-US"/>
        </a:p>
      </dgm:t>
    </dgm:pt>
    <dgm:pt modelId="{8941D361-6081-4B61-BFB2-FE0DE5516C0B}" type="sibTrans" cxnId="{2C1778D2-9C16-4767-AB4C-C9BB96895AFB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C3840E07-2DBA-4A87-832D-76AC79E85318}">
      <dgm:prSet/>
      <dgm:spPr/>
      <dgm:t>
        <a:bodyPr/>
        <a:lstStyle/>
        <a:p>
          <a:r>
            <a:rPr lang="en-US" b="0" i="0" baseline="0"/>
            <a:t>Keep the provided files for future setup and reference </a:t>
          </a:r>
          <a:endParaRPr lang="en-US"/>
        </a:p>
      </dgm:t>
    </dgm:pt>
    <dgm:pt modelId="{0F75ED06-DF10-4B67-A0CC-69CD07B0D636}" type="parTrans" cxnId="{25320B2C-FC27-4B30-9A3C-B758975667D5}">
      <dgm:prSet/>
      <dgm:spPr/>
      <dgm:t>
        <a:bodyPr/>
        <a:lstStyle/>
        <a:p>
          <a:endParaRPr lang="en-US"/>
        </a:p>
      </dgm:t>
    </dgm:pt>
    <dgm:pt modelId="{12992B7C-7EF6-4A10-812B-6022A4336135}" type="sibTrans" cxnId="{25320B2C-FC27-4B30-9A3C-B758975667D5}">
      <dgm:prSet phldrT="5" phldr="0"/>
      <dgm:spPr/>
      <dgm:t>
        <a:bodyPr/>
        <a:lstStyle/>
        <a:p>
          <a:r>
            <a:rPr lang="en-US"/>
            <a:t>5</a:t>
          </a:r>
        </a:p>
      </dgm:t>
    </dgm:pt>
    <dgm:pt modelId="{5225113F-8004-4D90-8480-6A999145AC90}" type="pres">
      <dgm:prSet presAssocID="{A251A812-0F0D-42A5-B4E1-B05777F70414}" presName="Name0" presStyleCnt="0">
        <dgm:presLayoutVars>
          <dgm:animLvl val="lvl"/>
          <dgm:resizeHandles val="exact"/>
        </dgm:presLayoutVars>
      </dgm:prSet>
      <dgm:spPr/>
    </dgm:pt>
    <dgm:pt modelId="{274CCD2C-1780-4B48-894B-BBB9D42F40E6}" type="pres">
      <dgm:prSet presAssocID="{09246EB9-71C5-4809-9172-9C22CBD8BC49}" presName="compositeNode" presStyleCnt="0">
        <dgm:presLayoutVars>
          <dgm:bulletEnabled val="1"/>
        </dgm:presLayoutVars>
      </dgm:prSet>
      <dgm:spPr/>
    </dgm:pt>
    <dgm:pt modelId="{1FDE9964-77A4-401B-855F-6C4D80389837}" type="pres">
      <dgm:prSet presAssocID="{09246EB9-71C5-4809-9172-9C22CBD8BC49}" presName="bgRect" presStyleLbl="bgAccFollowNode1" presStyleIdx="0" presStyleCnt="5"/>
      <dgm:spPr/>
    </dgm:pt>
    <dgm:pt modelId="{96B1588B-DC7D-4509-8171-27A607D61262}" type="pres">
      <dgm:prSet presAssocID="{80D906C4-C6C4-4D19-9B2C-8C6F87B44AB5}" presName="sibTransNodeCircle" presStyleLbl="alignNode1" presStyleIdx="0" presStyleCnt="10">
        <dgm:presLayoutVars>
          <dgm:chMax val="0"/>
          <dgm:bulletEnabled/>
        </dgm:presLayoutVars>
      </dgm:prSet>
      <dgm:spPr/>
    </dgm:pt>
    <dgm:pt modelId="{C289062F-3007-4111-9B53-D6EA67FCF53B}" type="pres">
      <dgm:prSet presAssocID="{09246EB9-71C5-4809-9172-9C22CBD8BC49}" presName="bottomLine" presStyleLbl="alignNode1" presStyleIdx="1" presStyleCnt="10">
        <dgm:presLayoutVars/>
      </dgm:prSet>
      <dgm:spPr/>
    </dgm:pt>
    <dgm:pt modelId="{C136FEBD-95ED-48E8-A64A-5902286865B0}" type="pres">
      <dgm:prSet presAssocID="{09246EB9-71C5-4809-9172-9C22CBD8BC49}" presName="nodeText" presStyleLbl="bgAccFollowNode1" presStyleIdx="0" presStyleCnt="5">
        <dgm:presLayoutVars>
          <dgm:bulletEnabled val="1"/>
        </dgm:presLayoutVars>
      </dgm:prSet>
      <dgm:spPr/>
    </dgm:pt>
    <dgm:pt modelId="{424653E4-6D6E-474E-B45E-9A095BF40BDA}" type="pres">
      <dgm:prSet presAssocID="{80D906C4-C6C4-4D19-9B2C-8C6F87B44AB5}" presName="sibTrans" presStyleCnt="0"/>
      <dgm:spPr/>
    </dgm:pt>
    <dgm:pt modelId="{6B6A895C-14FC-471D-AB69-5A6138B2D8F8}" type="pres">
      <dgm:prSet presAssocID="{91351319-53C7-41F7-A898-21CCEA2B5EB8}" presName="compositeNode" presStyleCnt="0">
        <dgm:presLayoutVars>
          <dgm:bulletEnabled val="1"/>
        </dgm:presLayoutVars>
      </dgm:prSet>
      <dgm:spPr/>
    </dgm:pt>
    <dgm:pt modelId="{11D411D7-56C8-4EA9-9CE4-5BD82B29A146}" type="pres">
      <dgm:prSet presAssocID="{91351319-53C7-41F7-A898-21CCEA2B5EB8}" presName="bgRect" presStyleLbl="bgAccFollowNode1" presStyleIdx="1" presStyleCnt="5"/>
      <dgm:spPr/>
    </dgm:pt>
    <dgm:pt modelId="{5D046C96-3C10-41E2-BA9D-CC9C14754F01}" type="pres">
      <dgm:prSet presAssocID="{76027E98-10FE-4953-8B90-619E9748259D}" presName="sibTransNodeCircle" presStyleLbl="alignNode1" presStyleIdx="2" presStyleCnt="10">
        <dgm:presLayoutVars>
          <dgm:chMax val="0"/>
          <dgm:bulletEnabled/>
        </dgm:presLayoutVars>
      </dgm:prSet>
      <dgm:spPr/>
    </dgm:pt>
    <dgm:pt modelId="{39D835A9-28F9-4B6D-88E3-8143705FB075}" type="pres">
      <dgm:prSet presAssocID="{91351319-53C7-41F7-A898-21CCEA2B5EB8}" presName="bottomLine" presStyleLbl="alignNode1" presStyleIdx="3" presStyleCnt="10">
        <dgm:presLayoutVars/>
      </dgm:prSet>
      <dgm:spPr/>
    </dgm:pt>
    <dgm:pt modelId="{4E8B73DF-FF64-4FA5-963B-59014BF35CFB}" type="pres">
      <dgm:prSet presAssocID="{91351319-53C7-41F7-A898-21CCEA2B5EB8}" presName="nodeText" presStyleLbl="bgAccFollowNode1" presStyleIdx="1" presStyleCnt="5">
        <dgm:presLayoutVars>
          <dgm:bulletEnabled val="1"/>
        </dgm:presLayoutVars>
      </dgm:prSet>
      <dgm:spPr/>
    </dgm:pt>
    <dgm:pt modelId="{47FE869F-A401-494F-A7BF-92E0486A630A}" type="pres">
      <dgm:prSet presAssocID="{76027E98-10FE-4953-8B90-619E9748259D}" presName="sibTrans" presStyleCnt="0"/>
      <dgm:spPr/>
    </dgm:pt>
    <dgm:pt modelId="{6FE72AA2-63E9-481F-90D0-4DEDB07BE26B}" type="pres">
      <dgm:prSet presAssocID="{EEBFB1F9-0E44-4039-9651-076868036077}" presName="compositeNode" presStyleCnt="0">
        <dgm:presLayoutVars>
          <dgm:bulletEnabled val="1"/>
        </dgm:presLayoutVars>
      </dgm:prSet>
      <dgm:spPr/>
    </dgm:pt>
    <dgm:pt modelId="{D546EB97-392B-4C25-9B09-ECAE9661AC3D}" type="pres">
      <dgm:prSet presAssocID="{EEBFB1F9-0E44-4039-9651-076868036077}" presName="bgRect" presStyleLbl="bgAccFollowNode1" presStyleIdx="2" presStyleCnt="5"/>
      <dgm:spPr/>
    </dgm:pt>
    <dgm:pt modelId="{EEB7A794-A8DB-424C-AC20-59463529A1DF}" type="pres">
      <dgm:prSet presAssocID="{9712F50E-C32A-4A21-B0D0-0ADA664EC9DD}" presName="sibTransNodeCircle" presStyleLbl="alignNode1" presStyleIdx="4" presStyleCnt="10">
        <dgm:presLayoutVars>
          <dgm:chMax val="0"/>
          <dgm:bulletEnabled/>
        </dgm:presLayoutVars>
      </dgm:prSet>
      <dgm:spPr/>
    </dgm:pt>
    <dgm:pt modelId="{4745127E-00AB-40D5-B5EB-458452E72F49}" type="pres">
      <dgm:prSet presAssocID="{EEBFB1F9-0E44-4039-9651-076868036077}" presName="bottomLine" presStyleLbl="alignNode1" presStyleIdx="5" presStyleCnt="10">
        <dgm:presLayoutVars/>
      </dgm:prSet>
      <dgm:spPr/>
    </dgm:pt>
    <dgm:pt modelId="{0710F89F-A9EA-42F7-9818-BED4B4D6275E}" type="pres">
      <dgm:prSet presAssocID="{EEBFB1F9-0E44-4039-9651-076868036077}" presName="nodeText" presStyleLbl="bgAccFollowNode1" presStyleIdx="2" presStyleCnt="5">
        <dgm:presLayoutVars>
          <dgm:bulletEnabled val="1"/>
        </dgm:presLayoutVars>
      </dgm:prSet>
      <dgm:spPr/>
    </dgm:pt>
    <dgm:pt modelId="{4372AB67-1960-431E-A462-E298D791137F}" type="pres">
      <dgm:prSet presAssocID="{9712F50E-C32A-4A21-B0D0-0ADA664EC9DD}" presName="sibTrans" presStyleCnt="0"/>
      <dgm:spPr/>
    </dgm:pt>
    <dgm:pt modelId="{BE1CBBB4-87E8-45A7-8235-8F3CC050BDCA}" type="pres">
      <dgm:prSet presAssocID="{9885B2A7-BC85-414A-9B18-A07680D81B07}" presName="compositeNode" presStyleCnt="0">
        <dgm:presLayoutVars>
          <dgm:bulletEnabled val="1"/>
        </dgm:presLayoutVars>
      </dgm:prSet>
      <dgm:spPr/>
    </dgm:pt>
    <dgm:pt modelId="{11652EE3-ED6A-4734-AB94-7740FFB7B800}" type="pres">
      <dgm:prSet presAssocID="{9885B2A7-BC85-414A-9B18-A07680D81B07}" presName="bgRect" presStyleLbl="bgAccFollowNode1" presStyleIdx="3" presStyleCnt="5"/>
      <dgm:spPr/>
    </dgm:pt>
    <dgm:pt modelId="{9F9CBAF4-F96E-4A42-8204-693D0B8CEDC6}" type="pres">
      <dgm:prSet presAssocID="{8941D361-6081-4B61-BFB2-FE0DE5516C0B}" presName="sibTransNodeCircle" presStyleLbl="alignNode1" presStyleIdx="6" presStyleCnt="10">
        <dgm:presLayoutVars>
          <dgm:chMax val="0"/>
          <dgm:bulletEnabled/>
        </dgm:presLayoutVars>
      </dgm:prSet>
      <dgm:spPr/>
    </dgm:pt>
    <dgm:pt modelId="{2B6FFEE4-CD70-4124-BF69-DFFC30E4432D}" type="pres">
      <dgm:prSet presAssocID="{9885B2A7-BC85-414A-9B18-A07680D81B07}" presName="bottomLine" presStyleLbl="alignNode1" presStyleIdx="7" presStyleCnt="10">
        <dgm:presLayoutVars/>
      </dgm:prSet>
      <dgm:spPr/>
    </dgm:pt>
    <dgm:pt modelId="{7363D7EC-5F4F-4AD8-85DE-45363E29D782}" type="pres">
      <dgm:prSet presAssocID="{9885B2A7-BC85-414A-9B18-A07680D81B07}" presName="nodeText" presStyleLbl="bgAccFollowNode1" presStyleIdx="3" presStyleCnt="5">
        <dgm:presLayoutVars>
          <dgm:bulletEnabled val="1"/>
        </dgm:presLayoutVars>
      </dgm:prSet>
      <dgm:spPr/>
    </dgm:pt>
    <dgm:pt modelId="{3E272011-D3CF-42C7-92A7-C999644845BA}" type="pres">
      <dgm:prSet presAssocID="{8941D361-6081-4B61-BFB2-FE0DE5516C0B}" presName="sibTrans" presStyleCnt="0"/>
      <dgm:spPr/>
    </dgm:pt>
    <dgm:pt modelId="{2EA4DE8E-0C54-4183-80A8-84F1448ED604}" type="pres">
      <dgm:prSet presAssocID="{C3840E07-2DBA-4A87-832D-76AC79E85318}" presName="compositeNode" presStyleCnt="0">
        <dgm:presLayoutVars>
          <dgm:bulletEnabled val="1"/>
        </dgm:presLayoutVars>
      </dgm:prSet>
      <dgm:spPr/>
    </dgm:pt>
    <dgm:pt modelId="{8398C3D1-A821-4198-850E-20A79D6EA5F4}" type="pres">
      <dgm:prSet presAssocID="{C3840E07-2DBA-4A87-832D-76AC79E85318}" presName="bgRect" presStyleLbl="bgAccFollowNode1" presStyleIdx="4" presStyleCnt="5"/>
      <dgm:spPr/>
    </dgm:pt>
    <dgm:pt modelId="{A7C84FC0-E6D4-4B2C-8EA3-BF91900627F1}" type="pres">
      <dgm:prSet presAssocID="{12992B7C-7EF6-4A10-812B-6022A4336135}" presName="sibTransNodeCircle" presStyleLbl="alignNode1" presStyleIdx="8" presStyleCnt="10">
        <dgm:presLayoutVars>
          <dgm:chMax val="0"/>
          <dgm:bulletEnabled/>
        </dgm:presLayoutVars>
      </dgm:prSet>
      <dgm:spPr/>
    </dgm:pt>
    <dgm:pt modelId="{CA505405-10CD-4B66-9395-8A6D5AC4CCD7}" type="pres">
      <dgm:prSet presAssocID="{C3840E07-2DBA-4A87-832D-76AC79E85318}" presName="bottomLine" presStyleLbl="alignNode1" presStyleIdx="9" presStyleCnt="10">
        <dgm:presLayoutVars/>
      </dgm:prSet>
      <dgm:spPr/>
    </dgm:pt>
    <dgm:pt modelId="{A2F2E482-B9FE-4D6F-8A0C-C34A6CA9E099}" type="pres">
      <dgm:prSet presAssocID="{C3840E07-2DBA-4A87-832D-76AC79E85318}" presName="nodeText" presStyleLbl="bgAccFollowNode1" presStyleIdx="4" presStyleCnt="5">
        <dgm:presLayoutVars>
          <dgm:bulletEnabled val="1"/>
        </dgm:presLayoutVars>
      </dgm:prSet>
      <dgm:spPr/>
    </dgm:pt>
  </dgm:ptLst>
  <dgm:cxnLst>
    <dgm:cxn modelId="{00897A03-0562-4EBC-9AFD-ACA7EB3FE878}" type="presOf" srcId="{91351319-53C7-41F7-A898-21CCEA2B5EB8}" destId="{11D411D7-56C8-4EA9-9CE4-5BD82B29A146}" srcOrd="0" destOrd="0" presId="urn:microsoft.com/office/officeart/2016/7/layout/BasicLinearProcessNumbered"/>
    <dgm:cxn modelId="{F226BF06-9856-4EFB-BA0F-69D0B637D7A0}" type="presOf" srcId="{C3840E07-2DBA-4A87-832D-76AC79E85318}" destId="{A2F2E482-B9FE-4D6F-8A0C-C34A6CA9E099}" srcOrd="1" destOrd="0" presId="urn:microsoft.com/office/officeart/2016/7/layout/BasicLinearProcessNumbered"/>
    <dgm:cxn modelId="{6B0D300C-DB8B-4E1E-8010-6A5568BA0D99}" type="presOf" srcId="{EEBFB1F9-0E44-4039-9651-076868036077}" destId="{D546EB97-392B-4C25-9B09-ECAE9661AC3D}" srcOrd="0" destOrd="0" presId="urn:microsoft.com/office/officeart/2016/7/layout/BasicLinearProcessNumbered"/>
    <dgm:cxn modelId="{D48D271F-33F6-4466-A75C-C96280F0F406}" type="presOf" srcId="{91351319-53C7-41F7-A898-21CCEA2B5EB8}" destId="{4E8B73DF-FF64-4FA5-963B-59014BF35CFB}" srcOrd="1" destOrd="0" presId="urn:microsoft.com/office/officeart/2016/7/layout/BasicLinearProcessNumbered"/>
    <dgm:cxn modelId="{42696426-B52B-4ADD-BFB1-A1D43F3414AD}" type="presOf" srcId="{09246EB9-71C5-4809-9172-9C22CBD8BC49}" destId="{C136FEBD-95ED-48E8-A64A-5902286865B0}" srcOrd="1" destOrd="0" presId="urn:microsoft.com/office/officeart/2016/7/layout/BasicLinearProcessNumbered"/>
    <dgm:cxn modelId="{25320B2C-FC27-4B30-9A3C-B758975667D5}" srcId="{A251A812-0F0D-42A5-B4E1-B05777F70414}" destId="{C3840E07-2DBA-4A87-832D-76AC79E85318}" srcOrd="4" destOrd="0" parTransId="{0F75ED06-DF10-4B67-A0CC-69CD07B0D636}" sibTransId="{12992B7C-7EF6-4A10-812B-6022A4336135}"/>
    <dgm:cxn modelId="{CBC9932C-D6F8-4BD7-82AE-11A31E81A59C}" type="presOf" srcId="{80D906C4-C6C4-4D19-9B2C-8C6F87B44AB5}" destId="{96B1588B-DC7D-4509-8171-27A607D61262}" srcOrd="0" destOrd="0" presId="urn:microsoft.com/office/officeart/2016/7/layout/BasicLinearProcessNumbered"/>
    <dgm:cxn modelId="{8D78423E-20D8-463E-BE96-A9BD6B38B4FB}" type="presOf" srcId="{76027E98-10FE-4953-8B90-619E9748259D}" destId="{5D046C96-3C10-41E2-BA9D-CC9C14754F01}" srcOrd="0" destOrd="0" presId="urn:microsoft.com/office/officeart/2016/7/layout/BasicLinearProcessNumbered"/>
    <dgm:cxn modelId="{B79AFA43-0C70-463C-A79C-F4EA2435C80D}" type="presOf" srcId="{9885B2A7-BC85-414A-9B18-A07680D81B07}" destId="{11652EE3-ED6A-4734-AB94-7740FFB7B800}" srcOrd="0" destOrd="0" presId="urn:microsoft.com/office/officeart/2016/7/layout/BasicLinearProcessNumbered"/>
    <dgm:cxn modelId="{26979165-C07F-4E9E-8AE2-45B255502200}" type="presOf" srcId="{EEBFB1F9-0E44-4039-9651-076868036077}" destId="{0710F89F-A9EA-42F7-9818-BED4B4D6275E}" srcOrd="1" destOrd="0" presId="urn:microsoft.com/office/officeart/2016/7/layout/BasicLinearProcessNumbered"/>
    <dgm:cxn modelId="{1AF9AD47-CED3-4112-BFD6-A86C47C5BA3A}" type="presOf" srcId="{12992B7C-7EF6-4A10-812B-6022A4336135}" destId="{A7C84FC0-E6D4-4B2C-8EA3-BF91900627F1}" srcOrd="0" destOrd="0" presId="urn:microsoft.com/office/officeart/2016/7/layout/BasicLinearProcessNumbered"/>
    <dgm:cxn modelId="{0C43E896-05C2-4A2E-A654-44033FC652E9}" type="presOf" srcId="{A251A812-0F0D-42A5-B4E1-B05777F70414}" destId="{5225113F-8004-4D90-8480-6A999145AC90}" srcOrd="0" destOrd="0" presId="urn:microsoft.com/office/officeart/2016/7/layout/BasicLinearProcessNumbered"/>
    <dgm:cxn modelId="{CCDB669F-CB6F-4867-BF58-99F83D360317}" type="presOf" srcId="{9885B2A7-BC85-414A-9B18-A07680D81B07}" destId="{7363D7EC-5F4F-4AD8-85DE-45363E29D782}" srcOrd="1" destOrd="0" presId="urn:microsoft.com/office/officeart/2016/7/layout/BasicLinearProcessNumbered"/>
    <dgm:cxn modelId="{9197CFA6-5051-4189-AFBC-A5CBC4166049}" srcId="{A251A812-0F0D-42A5-B4E1-B05777F70414}" destId="{EEBFB1F9-0E44-4039-9651-076868036077}" srcOrd="2" destOrd="0" parTransId="{7A79E8C8-AE5F-4894-8CDA-028F17510461}" sibTransId="{9712F50E-C32A-4A21-B0D0-0ADA664EC9DD}"/>
    <dgm:cxn modelId="{CB658AAE-F0D5-49AD-BB39-CAE0DCA7DDA6}" type="presOf" srcId="{9712F50E-C32A-4A21-B0D0-0ADA664EC9DD}" destId="{EEB7A794-A8DB-424C-AC20-59463529A1DF}" srcOrd="0" destOrd="0" presId="urn:microsoft.com/office/officeart/2016/7/layout/BasicLinearProcessNumbered"/>
    <dgm:cxn modelId="{FA6FFEBD-16CD-49D4-ACCC-D827748DA8F7}" type="presOf" srcId="{8941D361-6081-4B61-BFB2-FE0DE5516C0B}" destId="{9F9CBAF4-F96E-4A42-8204-693D0B8CEDC6}" srcOrd="0" destOrd="0" presId="urn:microsoft.com/office/officeart/2016/7/layout/BasicLinearProcessNumbered"/>
    <dgm:cxn modelId="{00D353D0-0D4C-4AF5-9CAC-BCA8738E94EC}" srcId="{A251A812-0F0D-42A5-B4E1-B05777F70414}" destId="{09246EB9-71C5-4809-9172-9C22CBD8BC49}" srcOrd="0" destOrd="0" parTransId="{3D363151-B0E2-44CF-A76B-08D5437CAEE6}" sibTransId="{80D906C4-C6C4-4D19-9B2C-8C6F87B44AB5}"/>
    <dgm:cxn modelId="{2C1778D2-9C16-4767-AB4C-C9BB96895AFB}" srcId="{A251A812-0F0D-42A5-B4E1-B05777F70414}" destId="{9885B2A7-BC85-414A-9B18-A07680D81B07}" srcOrd="3" destOrd="0" parTransId="{8EA638C9-112E-4F47-8B97-A263FBCC998B}" sibTransId="{8941D361-6081-4B61-BFB2-FE0DE5516C0B}"/>
    <dgm:cxn modelId="{A8231AD3-36DA-4392-8058-A47C63B2EFD0}" srcId="{A251A812-0F0D-42A5-B4E1-B05777F70414}" destId="{91351319-53C7-41F7-A898-21CCEA2B5EB8}" srcOrd="1" destOrd="0" parTransId="{DD06F5E9-C199-4DDD-8EEC-315526775AAE}" sibTransId="{76027E98-10FE-4953-8B90-619E9748259D}"/>
    <dgm:cxn modelId="{2CBA34D8-4446-415C-9859-18EA4788EA6A}" type="presOf" srcId="{C3840E07-2DBA-4A87-832D-76AC79E85318}" destId="{8398C3D1-A821-4198-850E-20A79D6EA5F4}" srcOrd="0" destOrd="0" presId="urn:microsoft.com/office/officeart/2016/7/layout/BasicLinearProcessNumbered"/>
    <dgm:cxn modelId="{B27D35E6-5572-4CB8-AD2D-788CE6B0EC6A}" type="presOf" srcId="{09246EB9-71C5-4809-9172-9C22CBD8BC49}" destId="{1FDE9964-77A4-401B-855F-6C4D80389837}" srcOrd="0" destOrd="0" presId="urn:microsoft.com/office/officeart/2016/7/layout/BasicLinearProcessNumbered"/>
    <dgm:cxn modelId="{7E2A7F74-D0B8-44C0-A8CC-BE53FB9063C7}" type="presParOf" srcId="{5225113F-8004-4D90-8480-6A999145AC90}" destId="{274CCD2C-1780-4B48-894B-BBB9D42F40E6}" srcOrd="0" destOrd="0" presId="urn:microsoft.com/office/officeart/2016/7/layout/BasicLinearProcessNumbered"/>
    <dgm:cxn modelId="{48F3A415-7879-460E-A974-F2E3A46FF611}" type="presParOf" srcId="{274CCD2C-1780-4B48-894B-BBB9D42F40E6}" destId="{1FDE9964-77A4-401B-855F-6C4D80389837}" srcOrd="0" destOrd="0" presId="urn:microsoft.com/office/officeart/2016/7/layout/BasicLinearProcessNumbered"/>
    <dgm:cxn modelId="{388A773D-CA06-48F6-85C9-B348E0E36F2A}" type="presParOf" srcId="{274CCD2C-1780-4B48-894B-BBB9D42F40E6}" destId="{96B1588B-DC7D-4509-8171-27A607D61262}" srcOrd="1" destOrd="0" presId="urn:microsoft.com/office/officeart/2016/7/layout/BasicLinearProcessNumbered"/>
    <dgm:cxn modelId="{2CC5B097-F668-4076-8839-8CF7A754CD07}" type="presParOf" srcId="{274CCD2C-1780-4B48-894B-BBB9D42F40E6}" destId="{C289062F-3007-4111-9B53-D6EA67FCF53B}" srcOrd="2" destOrd="0" presId="urn:microsoft.com/office/officeart/2016/7/layout/BasicLinearProcessNumbered"/>
    <dgm:cxn modelId="{70845294-CAF0-453A-AF7B-16F818D78229}" type="presParOf" srcId="{274CCD2C-1780-4B48-894B-BBB9D42F40E6}" destId="{C136FEBD-95ED-48E8-A64A-5902286865B0}" srcOrd="3" destOrd="0" presId="urn:microsoft.com/office/officeart/2016/7/layout/BasicLinearProcessNumbered"/>
    <dgm:cxn modelId="{CCA31A0A-063D-4078-AEF9-2750A8345509}" type="presParOf" srcId="{5225113F-8004-4D90-8480-6A999145AC90}" destId="{424653E4-6D6E-474E-B45E-9A095BF40BDA}" srcOrd="1" destOrd="0" presId="urn:microsoft.com/office/officeart/2016/7/layout/BasicLinearProcessNumbered"/>
    <dgm:cxn modelId="{1494AD4C-981A-487F-A92A-C36D791C52B4}" type="presParOf" srcId="{5225113F-8004-4D90-8480-6A999145AC90}" destId="{6B6A895C-14FC-471D-AB69-5A6138B2D8F8}" srcOrd="2" destOrd="0" presId="urn:microsoft.com/office/officeart/2016/7/layout/BasicLinearProcessNumbered"/>
    <dgm:cxn modelId="{BAC0AC58-EFB0-4F47-BA67-C1F359E80A73}" type="presParOf" srcId="{6B6A895C-14FC-471D-AB69-5A6138B2D8F8}" destId="{11D411D7-56C8-4EA9-9CE4-5BD82B29A146}" srcOrd="0" destOrd="0" presId="urn:microsoft.com/office/officeart/2016/7/layout/BasicLinearProcessNumbered"/>
    <dgm:cxn modelId="{F2746D68-F787-43E6-8187-7C5A82F8A86B}" type="presParOf" srcId="{6B6A895C-14FC-471D-AB69-5A6138B2D8F8}" destId="{5D046C96-3C10-41E2-BA9D-CC9C14754F01}" srcOrd="1" destOrd="0" presId="urn:microsoft.com/office/officeart/2016/7/layout/BasicLinearProcessNumbered"/>
    <dgm:cxn modelId="{16845B3B-A17B-49BD-948D-0B7345FFEC98}" type="presParOf" srcId="{6B6A895C-14FC-471D-AB69-5A6138B2D8F8}" destId="{39D835A9-28F9-4B6D-88E3-8143705FB075}" srcOrd="2" destOrd="0" presId="urn:microsoft.com/office/officeart/2016/7/layout/BasicLinearProcessNumbered"/>
    <dgm:cxn modelId="{44D0274B-425E-4960-8C39-64876DF392C7}" type="presParOf" srcId="{6B6A895C-14FC-471D-AB69-5A6138B2D8F8}" destId="{4E8B73DF-FF64-4FA5-963B-59014BF35CFB}" srcOrd="3" destOrd="0" presId="urn:microsoft.com/office/officeart/2016/7/layout/BasicLinearProcessNumbered"/>
    <dgm:cxn modelId="{81784D67-834D-46E6-96B4-BFE46F9109FE}" type="presParOf" srcId="{5225113F-8004-4D90-8480-6A999145AC90}" destId="{47FE869F-A401-494F-A7BF-92E0486A630A}" srcOrd="3" destOrd="0" presId="urn:microsoft.com/office/officeart/2016/7/layout/BasicLinearProcessNumbered"/>
    <dgm:cxn modelId="{C3C0448A-9482-4F8E-9EBD-CBCDDA09EBC9}" type="presParOf" srcId="{5225113F-8004-4D90-8480-6A999145AC90}" destId="{6FE72AA2-63E9-481F-90D0-4DEDB07BE26B}" srcOrd="4" destOrd="0" presId="urn:microsoft.com/office/officeart/2016/7/layout/BasicLinearProcessNumbered"/>
    <dgm:cxn modelId="{796787C1-EFCB-4E09-953C-CE4576823730}" type="presParOf" srcId="{6FE72AA2-63E9-481F-90D0-4DEDB07BE26B}" destId="{D546EB97-392B-4C25-9B09-ECAE9661AC3D}" srcOrd="0" destOrd="0" presId="urn:microsoft.com/office/officeart/2016/7/layout/BasicLinearProcessNumbered"/>
    <dgm:cxn modelId="{75C9EE03-5EFF-439D-AFC1-86362698C161}" type="presParOf" srcId="{6FE72AA2-63E9-481F-90D0-4DEDB07BE26B}" destId="{EEB7A794-A8DB-424C-AC20-59463529A1DF}" srcOrd="1" destOrd="0" presId="urn:microsoft.com/office/officeart/2016/7/layout/BasicLinearProcessNumbered"/>
    <dgm:cxn modelId="{7D3E1414-1296-4C6E-813F-9C9C5BAD8E28}" type="presParOf" srcId="{6FE72AA2-63E9-481F-90D0-4DEDB07BE26B}" destId="{4745127E-00AB-40D5-B5EB-458452E72F49}" srcOrd="2" destOrd="0" presId="urn:microsoft.com/office/officeart/2016/7/layout/BasicLinearProcessNumbered"/>
    <dgm:cxn modelId="{6535016E-304F-411C-B6D9-46AC6467EBD9}" type="presParOf" srcId="{6FE72AA2-63E9-481F-90D0-4DEDB07BE26B}" destId="{0710F89F-A9EA-42F7-9818-BED4B4D6275E}" srcOrd="3" destOrd="0" presId="urn:microsoft.com/office/officeart/2016/7/layout/BasicLinearProcessNumbered"/>
    <dgm:cxn modelId="{2745D200-3B7A-4141-8BA1-54028AB36AC6}" type="presParOf" srcId="{5225113F-8004-4D90-8480-6A999145AC90}" destId="{4372AB67-1960-431E-A462-E298D791137F}" srcOrd="5" destOrd="0" presId="urn:microsoft.com/office/officeart/2016/7/layout/BasicLinearProcessNumbered"/>
    <dgm:cxn modelId="{D247F8F5-E3D1-4E6E-955C-BDBA5447E0EE}" type="presParOf" srcId="{5225113F-8004-4D90-8480-6A999145AC90}" destId="{BE1CBBB4-87E8-45A7-8235-8F3CC050BDCA}" srcOrd="6" destOrd="0" presId="urn:microsoft.com/office/officeart/2016/7/layout/BasicLinearProcessNumbered"/>
    <dgm:cxn modelId="{EF7696D4-581E-4C42-A39C-6BFEED30CB39}" type="presParOf" srcId="{BE1CBBB4-87E8-45A7-8235-8F3CC050BDCA}" destId="{11652EE3-ED6A-4734-AB94-7740FFB7B800}" srcOrd="0" destOrd="0" presId="urn:microsoft.com/office/officeart/2016/7/layout/BasicLinearProcessNumbered"/>
    <dgm:cxn modelId="{35912E47-F93D-466B-A0D3-A0EA28E373BA}" type="presParOf" srcId="{BE1CBBB4-87E8-45A7-8235-8F3CC050BDCA}" destId="{9F9CBAF4-F96E-4A42-8204-693D0B8CEDC6}" srcOrd="1" destOrd="0" presId="urn:microsoft.com/office/officeart/2016/7/layout/BasicLinearProcessNumbered"/>
    <dgm:cxn modelId="{D0B885DA-19D4-4A9F-AB44-E1F59DCF5731}" type="presParOf" srcId="{BE1CBBB4-87E8-45A7-8235-8F3CC050BDCA}" destId="{2B6FFEE4-CD70-4124-BF69-DFFC30E4432D}" srcOrd="2" destOrd="0" presId="urn:microsoft.com/office/officeart/2016/7/layout/BasicLinearProcessNumbered"/>
    <dgm:cxn modelId="{DDCD0FCA-4709-4956-ABCD-E7A6F67928B9}" type="presParOf" srcId="{BE1CBBB4-87E8-45A7-8235-8F3CC050BDCA}" destId="{7363D7EC-5F4F-4AD8-85DE-45363E29D782}" srcOrd="3" destOrd="0" presId="urn:microsoft.com/office/officeart/2016/7/layout/BasicLinearProcessNumbered"/>
    <dgm:cxn modelId="{E38A865A-0A5F-49B0-A9AA-EC43992F85BE}" type="presParOf" srcId="{5225113F-8004-4D90-8480-6A999145AC90}" destId="{3E272011-D3CF-42C7-92A7-C999644845BA}" srcOrd="7" destOrd="0" presId="urn:microsoft.com/office/officeart/2016/7/layout/BasicLinearProcessNumbered"/>
    <dgm:cxn modelId="{469D3F4D-F1DA-499F-AB5D-1C91261DC5AA}" type="presParOf" srcId="{5225113F-8004-4D90-8480-6A999145AC90}" destId="{2EA4DE8E-0C54-4183-80A8-84F1448ED604}" srcOrd="8" destOrd="0" presId="urn:microsoft.com/office/officeart/2016/7/layout/BasicLinearProcessNumbered"/>
    <dgm:cxn modelId="{A45482DD-EDA7-4EFA-A1DF-0EF121C3BEC8}" type="presParOf" srcId="{2EA4DE8E-0C54-4183-80A8-84F1448ED604}" destId="{8398C3D1-A821-4198-850E-20A79D6EA5F4}" srcOrd="0" destOrd="0" presId="urn:microsoft.com/office/officeart/2016/7/layout/BasicLinearProcessNumbered"/>
    <dgm:cxn modelId="{E3AC0DD2-2F16-48AE-9978-F277F604AF63}" type="presParOf" srcId="{2EA4DE8E-0C54-4183-80A8-84F1448ED604}" destId="{A7C84FC0-E6D4-4B2C-8EA3-BF91900627F1}" srcOrd="1" destOrd="0" presId="urn:microsoft.com/office/officeart/2016/7/layout/BasicLinearProcessNumbered"/>
    <dgm:cxn modelId="{D1389867-9C44-4B0A-9FEA-00B091388702}" type="presParOf" srcId="{2EA4DE8E-0C54-4183-80A8-84F1448ED604}" destId="{CA505405-10CD-4B66-9395-8A6D5AC4CCD7}" srcOrd="2" destOrd="0" presId="urn:microsoft.com/office/officeart/2016/7/layout/BasicLinearProcessNumbered"/>
    <dgm:cxn modelId="{BF93CF5E-7DE8-4248-980F-BBF71A701568}" type="presParOf" srcId="{2EA4DE8E-0C54-4183-80A8-84F1448ED604}" destId="{A2F2E482-B9FE-4D6F-8A0C-C34A6CA9E099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BE56F0-B6D2-4264-B2E9-C8E2E73B68B2}">
      <dsp:nvSpPr>
        <dsp:cNvPr id="0" name=""/>
        <dsp:cNvSpPr/>
      </dsp:nvSpPr>
      <dsp:spPr>
        <a:xfrm>
          <a:off x="2644124" y="1791972"/>
          <a:ext cx="1876475" cy="44651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04287"/>
              </a:lnTo>
              <a:lnTo>
                <a:pt x="1876475" y="304287"/>
              </a:lnTo>
              <a:lnTo>
                <a:pt x="1876475" y="446515"/>
              </a:lnTo>
            </a:path>
          </a:pathLst>
        </a:custGeom>
        <a:noFill/>
        <a:ln w="12700" cap="flat" cmpd="sng" algn="ctr">
          <a:solidFill>
            <a:schemeClr val="accent4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D1C645E-07F9-4AF1-98A4-63FB3115FE4C}">
      <dsp:nvSpPr>
        <dsp:cNvPr id="0" name=""/>
        <dsp:cNvSpPr/>
      </dsp:nvSpPr>
      <dsp:spPr>
        <a:xfrm>
          <a:off x="2598404" y="1791972"/>
          <a:ext cx="91440" cy="44651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46515"/>
              </a:lnTo>
            </a:path>
          </a:pathLst>
        </a:custGeom>
        <a:noFill/>
        <a:ln w="12700" cap="flat" cmpd="sng" algn="ctr">
          <a:solidFill>
            <a:schemeClr val="accent4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8C4D68-581E-4D95-B746-D2762C6DA1F1}">
      <dsp:nvSpPr>
        <dsp:cNvPr id="0" name=""/>
        <dsp:cNvSpPr/>
      </dsp:nvSpPr>
      <dsp:spPr>
        <a:xfrm>
          <a:off x="767649" y="1791972"/>
          <a:ext cx="1876475" cy="446515"/>
        </a:xfrm>
        <a:custGeom>
          <a:avLst/>
          <a:gdLst/>
          <a:ahLst/>
          <a:cxnLst/>
          <a:rect l="0" t="0" r="0" b="0"/>
          <a:pathLst>
            <a:path>
              <a:moveTo>
                <a:pt x="1876475" y="0"/>
              </a:moveTo>
              <a:lnTo>
                <a:pt x="1876475" y="304287"/>
              </a:lnTo>
              <a:lnTo>
                <a:pt x="0" y="304287"/>
              </a:lnTo>
              <a:lnTo>
                <a:pt x="0" y="446515"/>
              </a:lnTo>
            </a:path>
          </a:pathLst>
        </a:custGeom>
        <a:noFill/>
        <a:ln w="12700" cap="flat" cmpd="sng" algn="ctr">
          <a:solidFill>
            <a:schemeClr val="accent4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F98938A-6FFD-46DA-9AE9-D00DEFC7F8D4}">
      <dsp:nvSpPr>
        <dsp:cNvPr id="0" name=""/>
        <dsp:cNvSpPr/>
      </dsp:nvSpPr>
      <dsp:spPr>
        <a:xfrm>
          <a:off x="1876475" y="817058"/>
          <a:ext cx="1535298" cy="97491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D0CC1AB-450F-43A0-9B04-26CFC3F824D8}">
      <dsp:nvSpPr>
        <dsp:cNvPr id="0" name=""/>
        <dsp:cNvSpPr/>
      </dsp:nvSpPr>
      <dsp:spPr>
        <a:xfrm>
          <a:off x="2047064" y="979117"/>
          <a:ext cx="1535298" cy="97491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800" kern="1200"/>
            <a:t>The delivery package includes:</a:t>
          </a:r>
          <a:endParaRPr lang="en-US" sz="1800" kern="1200"/>
        </a:p>
      </dsp:txBody>
      <dsp:txXfrm>
        <a:off x="2075618" y="1007671"/>
        <a:ext cx="1478190" cy="917806"/>
      </dsp:txXfrm>
    </dsp:sp>
    <dsp:sp modelId="{B6A71E85-0A02-42A0-9A97-0C9227EAC554}">
      <dsp:nvSpPr>
        <dsp:cNvPr id="0" name=""/>
        <dsp:cNvSpPr/>
      </dsp:nvSpPr>
      <dsp:spPr>
        <a:xfrm>
          <a:off x="0" y="2238488"/>
          <a:ext cx="1535298" cy="97491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D1C0419-57D5-4A4F-845D-D53FA90868F2}">
      <dsp:nvSpPr>
        <dsp:cNvPr id="0" name=""/>
        <dsp:cNvSpPr/>
      </dsp:nvSpPr>
      <dsp:spPr>
        <a:xfrm>
          <a:off x="170588" y="2400547"/>
          <a:ext cx="1535298" cy="97491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800" kern="1200"/>
            <a:t>README.md </a:t>
          </a:r>
          <a:endParaRPr lang="en-US" sz="1800" kern="1200"/>
        </a:p>
      </dsp:txBody>
      <dsp:txXfrm>
        <a:off x="199142" y="2429101"/>
        <a:ext cx="1478190" cy="917806"/>
      </dsp:txXfrm>
    </dsp:sp>
    <dsp:sp modelId="{85D6505B-F592-4362-ADC0-BB6BEBB36EAC}">
      <dsp:nvSpPr>
        <dsp:cNvPr id="0" name=""/>
        <dsp:cNvSpPr/>
      </dsp:nvSpPr>
      <dsp:spPr>
        <a:xfrm>
          <a:off x="1876475" y="2238488"/>
          <a:ext cx="1535298" cy="97491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35FB5E-3EC4-45BC-9538-31E53AB9348B}">
      <dsp:nvSpPr>
        <dsp:cNvPr id="0" name=""/>
        <dsp:cNvSpPr/>
      </dsp:nvSpPr>
      <dsp:spPr>
        <a:xfrm>
          <a:off x="2047064" y="2400547"/>
          <a:ext cx="1535298" cy="97491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800" kern="1200"/>
            <a:t>dashboard-images.tar </a:t>
          </a:r>
          <a:endParaRPr lang="en-US" sz="1800" kern="1200"/>
        </a:p>
      </dsp:txBody>
      <dsp:txXfrm>
        <a:off x="2075618" y="2429101"/>
        <a:ext cx="1478190" cy="917806"/>
      </dsp:txXfrm>
    </dsp:sp>
    <dsp:sp modelId="{BB79407E-C406-4F26-A9CC-37D269326C69}">
      <dsp:nvSpPr>
        <dsp:cNvPr id="0" name=""/>
        <dsp:cNvSpPr/>
      </dsp:nvSpPr>
      <dsp:spPr>
        <a:xfrm>
          <a:off x="3752951" y="2238488"/>
          <a:ext cx="1535298" cy="97491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966041E-D2C7-479F-87BE-586565AC0C62}">
      <dsp:nvSpPr>
        <dsp:cNvPr id="0" name=""/>
        <dsp:cNvSpPr/>
      </dsp:nvSpPr>
      <dsp:spPr>
        <a:xfrm>
          <a:off x="3923539" y="2400547"/>
          <a:ext cx="1535298" cy="97491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800" kern="1200"/>
            <a:t>docker-compose.yml </a:t>
          </a:r>
          <a:endParaRPr lang="en-US" sz="1800" kern="1200"/>
        </a:p>
      </dsp:txBody>
      <dsp:txXfrm>
        <a:off x="3952093" y="2429101"/>
        <a:ext cx="1478190" cy="9178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BF491F-6F38-4E28-9E85-D2B0886BF702}">
      <dsp:nvSpPr>
        <dsp:cNvPr id="0" name=""/>
        <dsp:cNvSpPr/>
      </dsp:nvSpPr>
      <dsp:spPr>
        <a:xfrm>
          <a:off x="0" y="4592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779825-B445-450A-A44E-C029DD19687E}">
      <dsp:nvSpPr>
        <dsp:cNvPr id="0" name=""/>
        <dsp:cNvSpPr/>
      </dsp:nvSpPr>
      <dsp:spPr>
        <a:xfrm>
          <a:off x="295926" y="224703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A11D60-8B1A-456B-AA79-6126A4B0631F}">
      <dsp:nvSpPr>
        <dsp:cNvPr id="0" name=""/>
        <dsp:cNvSpPr/>
      </dsp:nvSpPr>
      <dsp:spPr>
        <a:xfrm>
          <a:off x="1129902" y="4592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Before using the system, please make sure:</a:t>
          </a:r>
        </a:p>
      </dsp:txBody>
      <dsp:txXfrm>
        <a:off x="1129902" y="4592"/>
        <a:ext cx="5171698" cy="978270"/>
      </dsp:txXfrm>
    </dsp:sp>
    <dsp:sp modelId="{F20A61B2-767B-4C8C-890B-F64CB5471B2C}">
      <dsp:nvSpPr>
        <dsp:cNvPr id="0" name=""/>
        <dsp:cNvSpPr/>
      </dsp:nvSpPr>
      <dsp:spPr>
        <a:xfrm>
          <a:off x="0" y="1227431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005466-05FE-4D61-9822-2299B25E7375}">
      <dsp:nvSpPr>
        <dsp:cNvPr id="0" name=""/>
        <dsp:cNvSpPr/>
      </dsp:nvSpPr>
      <dsp:spPr>
        <a:xfrm>
          <a:off x="295926" y="1447541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6F581B-88B7-44E8-BCBE-4773AB220D45}">
      <dsp:nvSpPr>
        <dsp:cNvPr id="0" name=""/>
        <dsp:cNvSpPr/>
      </dsp:nvSpPr>
      <dsp:spPr>
        <a:xfrm>
          <a:off x="1129902" y="1227431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Docker Desktop is installed </a:t>
          </a:r>
        </a:p>
      </dsp:txBody>
      <dsp:txXfrm>
        <a:off x="1129902" y="1227431"/>
        <a:ext cx="5171698" cy="978270"/>
      </dsp:txXfrm>
    </dsp:sp>
    <dsp:sp modelId="{9C4EB1A2-489B-4E08-B626-394052E89D1F}">
      <dsp:nvSpPr>
        <dsp:cNvPr id="0" name=""/>
        <dsp:cNvSpPr/>
      </dsp:nvSpPr>
      <dsp:spPr>
        <a:xfrm>
          <a:off x="0" y="2450269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23A00C-5778-442B-ADD7-7B1DCCB10443}">
      <dsp:nvSpPr>
        <dsp:cNvPr id="0" name=""/>
        <dsp:cNvSpPr/>
      </dsp:nvSpPr>
      <dsp:spPr>
        <a:xfrm>
          <a:off x="295926" y="2670380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336CAD-D3DA-4806-9161-31959965CD62}">
      <dsp:nvSpPr>
        <dsp:cNvPr id="0" name=""/>
        <dsp:cNvSpPr/>
      </dsp:nvSpPr>
      <dsp:spPr>
        <a:xfrm>
          <a:off x="1129902" y="2450269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Docker Desktop is running </a:t>
          </a:r>
        </a:p>
      </dsp:txBody>
      <dsp:txXfrm>
        <a:off x="1129902" y="2450269"/>
        <a:ext cx="5171698" cy="978270"/>
      </dsp:txXfrm>
    </dsp:sp>
    <dsp:sp modelId="{36AE29D9-8FEC-4448-8F62-DD8B23578922}">
      <dsp:nvSpPr>
        <dsp:cNvPr id="0" name=""/>
        <dsp:cNvSpPr/>
      </dsp:nvSpPr>
      <dsp:spPr>
        <a:xfrm>
          <a:off x="0" y="3673107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DCCA40-BB9F-4F1A-996E-EE04551CAAD6}">
      <dsp:nvSpPr>
        <dsp:cNvPr id="0" name=""/>
        <dsp:cNvSpPr/>
      </dsp:nvSpPr>
      <dsp:spPr>
        <a:xfrm>
          <a:off x="295926" y="3893218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D9890B-DBAB-45BD-A224-2E3C92B50B28}">
      <dsp:nvSpPr>
        <dsp:cNvPr id="0" name=""/>
        <dsp:cNvSpPr/>
      </dsp:nvSpPr>
      <dsp:spPr>
        <a:xfrm>
          <a:off x="1129902" y="3673107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 web browser is available </a:t>
          </a:r>
        </a:p>
      </dsp:txBody>
      <dsp:txXfrm>
        <a:off x="1129902" y="3673107"/>
        <a:ext cx="5171698" cy="978270"/>
      </dsp:txXfrm>
    </dsp:sp>
    <dsp:sp modelId="{C9E47A21-692C-453A-BB5B-9877707F2369}">
      <dsp:nvSpPr>
        <dsp:cNvPr id="0" name=""/>
        <dsp:cNvSpPr/>
      </dsp:nvSpPr>
      <dsp:spPr>
        <a:xfrm>
          <a:off x="0" y="4895945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505A57-F182-4895-BD7A-9B8EF00C11B1}">
      <dsp:nvSpPr>
        <dsp:cNvPr id="0" name=""/>
        <dsp:cNvSpPr/>
      </dsp:nvSpPr>
      <dsp:spPr>
        <a:xfrm>
          <a:off x="295926" y="5116056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9CE232-30FA-4966-A4DC-FC9808E32DF5}">
      <dsp:nvSpPr>
        <dsp:cNvPr id="0" name=""/>
        <dsp:cNvSpPr/>
      </dsp:nvSpPr>
      <dsp:spPr>
        <a:xfrm>
          <a:off x="1129902" y="4895945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All provided files are kept in the same folder</a:t>
          </a:r>
        </a:p>
      </dsp:txBody>
      <dsp:txXfrm>
        <a:off x="1129902" y="4895945"/>
        <a:ext cx="5171698" cy="97827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B44B46-FEBF-45E2-B5D2-6580FD172A71}">
      <dsp:nvSpPr>
        <dsp:cNvPr id="0" name=""/>
        <dsp:cNvSpPr/>
      </dsp:nvSpPr>
      <dsp:spPr>
        <a:xfrm>
          <a:off x="752566" y="793641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F32357-A3CF-432F-9349-FC5FB3ACE1A3}">
      <dsp:nvSpPr>
        <dsp:cNvPr id="0" name=""/>
        <dsp:cNvSpPr/>
      </dsp:nvSpPr>
      <dsp:spPr>
        <a:xfrm>
          <a:off x="100682" y="2175763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To load the prepared dashboard images:</a:t>
          </a:r>
        </a:p>
      </dsp:txBody>
      <dsp:txXfrm>
        <a:off x="100682" y="2175763"/>
        <a:ext cx="2370489" cy="720000"/>
      </dsp:txXfrm>
    </dsp:sp>
    <dsp:sp modelId="{57870F85-9447-4C32-829C-E6DD2722A9D4}">
      <dsp:nvSpPr>
        <dsp:cNvPr id="0" name=""/>
        <dsp:cNvSpPr/>
      </dsp:nvSpPr>
      <dsp:spPr>
        <a:xfrm>
          <a:off x="3537891" y="793641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2226C6-C535-48EB-B28A-B6467579BF24}">
      <dsp:nvSpPr>
        <dsp:cNvPr id="0" name=""/>
        <dsp:cNvSpPr/>
      </dsp:nvSpPr>
      <dsp:spPr>
        <a:xfrm>
          <a:off x="2886007" y="2175763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Open Command Prompt or PowerShell </a:t>
          </a:r>
        </a:p>
      </dsp:txBody>
      <dsp:txXfrm>
        <a:off x="2886007" y="2175763"/>
        <a:ext cx="2370489" cy="720000"/>
      </dsp:txXfrm>
    </dsp:sp>
    <dsp:sp modelId="{4D0BAB34-D133-4658-8E52-2DAE50251D62}">
      <dsp:nvSpPr>
        <dsp:cNvPr id="0" name=""/>
        <dsp:cNvSpPr/>
      </dsp:nvSpPr>
      <dsp:spPr>
        <a:xfrm>
          <a:off x="6323216" y="793641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C7A07F-996C-479B-B71B-8D6F61A1D834}">
      <dsp:nvSpPr>
        <dsp:cNvPr id="0" name=""/>
        <dsp:cNvSpPr/>
      </dsp:nvSpPr>
      <dsp:spPr>
        <a:xfrm>
          <a:off x="5671332" y="2175763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Go to the project folder </a:t>
          </a:r>
        </a:p>
      </dsp:txBody>
      <dsp:txXfrm>
        <a:off x="5671332" y="2175763"/>
        <a:ext cx="2370489" cy="720000"/>
      </dsp:txXfrm>
    </dsp:sp>
    <dsp:sp modelId="{74139A7B-ED95-45AB-8F7A-8D50C61969DF}">
      <dsp:nvSpPr>
        <dsp:cNvPr id="0" name=""/>
        <dsp:cNvSpPr/>
      </dsp:nvSpPr>
      <dsp:spPr>
        <a:xfrm>
          <a:off x="9108541" y="793641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9C15E7-6226-4818-BA79-2410E660EDF2}">
      <dsp:nvSpPr>
        <dsp:cNvPr id="0" name=""/>
        <dsp:cNvSpPr/>
      </dsp:nvSpPr>
      <dsp:spPr>
        <a:xfrm>
          <a:off x="8456657" y="2175763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Run: docker load -i dashboard-images.tar</a:t>
          </a:r>
        </a:p>
      </dsp:txBody>
      <dsp:txXfrm>
        <a:off x="8456657" y="2175763"/>
        <a:ext cx="2370489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D39AAB-01F4-4584-AB14-564B4FFDF95B}">
      <dsp:nvSpPr>
        <dsp:cNvPr id="0" name=""/>
        <dsp:cNvSpPr/>
      </dsp:nvSpPr>
      <dsp:spPr>
        <a:xfrm>
          <a:off x="1953914" y="277502"/>
          <a:ext cx="1944000" cy="1944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781307-E841-44B1-B39B-7FA45B2AAEA9}">
      <dsp:nvSpPr>
        <dsp:cNvPr id="0" name=""/>
        <dsp:cNvSpPr/>
      </dsp:nvSpPr>
      <dsp:spPr>
        <a:xfrm>
          <a:off x="765914" y="2691902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After loading the images, start the system by using:</a:t>
          </a:r>
        </a:p>
      </dsp:txBody>
      <dsp:txXfrm>
        <a:off x="765914" y="2691902"/>
        <a:ext cx="4320000" cy="720000"/>
      </dsp:txXfrm>
    </dsp:sp>
    <dsp:sp modelId="{47529E6F-2887-4476-9ADC-33BAFB2B11EF}">
      <dsp:nvSpPr>
        <dsp:cNvPr id="0" name=""/>
        <dsp:cNvSpPr/>
      </dsp:nvSpPr>
      <dsp:spPr>
        <a:xfrm>
          <a:off x="7029914" y="277502"/>
          <a:ext cx="1944000" cy="1944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3F689B-9CC5-4C63-9F04-D5A9BE91B334}">
      <dsp:nvSpPr>
        <dsp:cNvPr id="0" name=""/>
        <dsp:cNvSpPr/>
      </dsp:nvSpPr>
      <dsp:spPr>
        <a:xfrm>
          <a:off x="5841914" y="2691902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command : docker compose up -d</a:t>
          </a:r>
        </a:p>
      </dsp:txBody>
      <dsp:txXfrm>
        <a:off x="5841914" y="2691902"/>
        <a:ext cx="4320000" cy="7200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9F2A7E-4E13-4C2C-B08C-4D45BB27CBD7}">
      <dsp:nvSpPr>
        <dsp:cNvPr id="0" name=""/>
        <dsp:cNvSpPr/>
      </dsp:nvSpPr>
      <dsp:spPr>
        <a:xfrm>
          <a:off x="409875" y="1409"/>
          <a:ext cx="1455526" cy="873315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Use the following links after the system starts:</a:t>
          </a:r>
        </a:p>
      </dsp:txBody>
      <dsp:txXfrm>
        <a:off x="409875" y="1409"/>
        <a:ext cx="1455526" cy="873315"/>
      </dsp:txXfrm>
    </dsp:sp>
    <dsp:sp modelId="{C611C349-8E3E-4759-81AF-4A35F0F740CB}">
      <dsp:nvSpPr>
        <dsp:cNvPr id="0" name=""/>
        <dsp:cNvSpPr/>
      </dsp:nvSpPr>
      <dsp:spPr>
        <a:xfrm>
          <a:off x="2010954" y="1409"/>
          <a:ext cx="1455526" cy="873315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Frontend Dashboard: http://localhost:5173 </a:t>
          </a:r>
        </a:p>
      </dsp:txBody>
      <dsp:txXfrm>
        <a:off x="2010954" y="1409"/>
        <a:ext cx="1455526" cy="873315"/>
      </dsp:txXfrm>
    </dsp:sp>
    <dsp:sp modelId="{C1FC14DE-2338-47B6-9B8C-9B9E3613AD9A}">
      <dsp:nvSpPr>
        <dsp:cNvPr id="0" name=""/>
        <dsp:cNvSpPr/>
      </dsp:nvSpPr>
      <dsp:spPr>
        <a:xfrm>
          <a:off x="409875" y="1020278"/>
          <a:ext cx="1455526" cy="873315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Backend API: http://localhost:8000 </a:t>
          </a:r>
        </a:p>
      </dsp:txBody>
      <dsp:txXfrm>
        <a:off x="409875" y="1020278"/>
        <a:ext cx="1455526" cy="873315"/>
      </dsp:txXfrm>
    </dsp:sp>
    <dsp:sp modelId="{E7D1FA48-097D-49F0-8C95-812A1BA750CC}">
      <dsp:nvSpPr>
        <dsp:cNvPr id="0" name=""/>
        <dsp:cNvSpPr/>
      </dsp:nvSpPr>
      <dsp:spPr>
        <a:xfrm>
          <a:off x="2010954" y="1020278"/>
          <a:ext cx="1455526" cy="873315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Grafana: http://localhost:4000 </a:t>
          </a:r>
        </a:p>
      </dsp:txBody>
      <dsp:txXfrm>
        <a:off x="2010954" y="1020278"/>
        <a:ext cx="1455526" cy="873315"/>
      </dsp:txXfrm>
    </dsp:sp>
    <dsp:sp modelId="{8B7858B6-D167-4A88-8FD3-69EC39AA8C3A}">
      <dsp:nvSpPr>
        <dsp:cNvPr id="0" name=""/>
        <dsp:cNvSpPr/>
      </dsp:nvSpPr>
      <dsp:spPr>
        <a:xfrm>
          <a:off x="1210415" y="2039146"/>
          <a:ext cx="1455526" cy="873315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Prometheus: http://localhost:9090</a:t>
          </a:r>
        </a:p>
      </dsp:txBody>
      <dsp:txXfrm>
        <a:off x="1210415" y="2039146"/>
        <a:ext cx="1455526" cy="87331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709DBA-0FC2-45B9-8F1D-C8A119948067}">
      <dsp:nvSpPr>
        <dsp:cNvPr id="0" name=""/>
        <dsp:cNvSpPr/>
      </dsp:nvSpPr>
      <dsp:spPr>
        <a:xfrm>
          <a:off x="3826" y="432885"/>
          <a:ext cx="938176" cy="9381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4ACABF-03BD-49D6-ADD2-51364744D4F8}">
      <dsp:nvSpPr>
        <dsp:cNvPr id="0" name=""/>
        <dsp:cNvSpPr/>
      </dsp:nvSpPr>
      <dsp:spPr>
        <a:xfrm>
          <a:off x="3826" y="1463853"/>
          <a:ext cx="2680504" cy="4397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Use the </a:t>
          </a:r>
          <a:r>
            <a:rPr lang="en-US" sz="1400" b="1" kern="1200"/>
            <a:t>Admin</a:t>
          </a:r>
          <a:r>
            <a:rPr lang="en-US" sz="1400" kern="1200"/>
            <a:t> account for management access.</a:t>
          </a:r>
        </a:p>
      </dsp:txBody>
      <dsp:txXfrm>
        <a:off x="3826" y="1463853"/>
        <a:ext cx="2680504" cy="439770"/>
      </dsp:txXfrm>
    </dsp:sp>
    <dsp:sp modelId="{E8AA2A5E-E402-4B4E-9416-46B3085C1177}">
      <dsp:nvSpPr>
        <dsp:cNvPr id="0" name=""/>
        <dsp:cNvSpPr/>
      </dsp:nvSpPr>
      <dsp:spPr>
        <a:xfrm>
          <a:off x="3826" y="1946782"/>
          <a:ext cx="2680504" cy="6440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Account details:</a:t>
          </a:r>
          <a:endParaRPr lang="en-US" sz="1100" kern="1200"/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Username:</a:t>
          </a:r>
          <a:r>
            <a:rPr lang="en-US" sz="1100" kern="1200"/>
            <a:t> admin 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Password:</a:t>
          </a:r>
          <a:r>
            <a:rPr lang="en-US" sz="1100" kern="1200"/>
            <a:t> admin </a:t>
          </a:r>
        </a:p>
      </dsp:txBody>
      <dsp:txXfrm>
        <a:off x="3826" y="1946782"/>
        <a:ext cx="2680504" cy="644034"/>
      </dsp:txXfrm>
    </dsp:sp>
    <dsp:sp modelId="{D73D7EDB-A964-48D7-AD57-D97545208AD6}">
      <dsp:nvSpPr>
        <dsp:cNvPr id="0" name=""/>
        <dsp:cNvSpPr/>
      </dsp:nvSpPr>
      <dsp:spPr>
        <a:xfrm>
          <a:off x="3153419" y="432885"/>
          <a:ext cx="938176" cy="9381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8AC230-BB6F-42E6-A3EC-7DCE0FBD323D}">
      <dsp:nvSpPr>
        <dsp:cNvPr id="0" name=""/>
        <dsp:cNvSpPr/>
      </dsp:nvSpPr>
      <dsp:spPr>
        <a:xfrm>
          <a:off x="3153419" y="1463853"/>
          <a:ext cx="2680504" cy="4397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kern="1200"/>
            <a:t>Admin access includes:</a:t>
          </a:r>
          <a:endParaRPr lang="en-US" sz="1400" kern="1200"/>
        </a:p>
      </dsp:txBody>
      <dsp:txXfrm>
        <a:off x="3153419" y="1463853"/>
        <a:ext cx="2680504" cy="439770"/>
      </dsp:txXfrm>
    </dsp:sp>
    <dsp:sp modelId="{47D579DF-7A1A-438C-BB26-C2AB8A05BBC6}">
      <dsp:nvSpPr>
        <dsp:cNvPr id="0" name=""/>
        <dsp:cNvSpPr/>
      </dsp:nvSpPr>
      <dsp:spPr>
        <a:xfrm>
          <a:off x="3153419" y="1946782"/>
          <a:ext cx="2680504" cy="6440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Admin controls 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Simulator controls 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System management features </a:t>
          </a:r>
        </a:p>
      </dsp:txBody>
      <dsp:txXfrm>
        <a:off x="3153419" y="1946782"/>
        <a:ext cx="2680504" cy="64403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DE9964-77A4-401B-855F-6C4D80389837}">
      <dsp:nvSpPr>
        <dsp:cNvPr id="0" name=""/>
        <dsp:cNvSpPr/>
      </dsp:nvSpPr>
      <dsp:spPr>
        <a:xfrm>
          <a:off x="3735" y="680800"/>
          <a:ext cx="2022288" cy="2831204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665" tIns="330200" rIns="157665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Load the Docker images first </a:t>
          </a:r>
          <a:endParaRPr lang="en-US" sz="1800" kern="1200"/>
        </a:p>
      </dsp:txBody>
      <dsp:txXfrm>
        <a:off x="3735" y="1756658"/>
        <a:ext cx="2022288" cy="1698722"/>
      </dsp:txXfrm>
    </dsp:sp>
    <dsp:sp modelId="{96B1588B-DC7D-4509-8171-27A607D61262}">
      <dsp:nvSpPr>
        <dsp:cNvPr id="0" name=""/>
        <dsp:cNvSpPr/>
      </dsp:nvSpPr>
      <dsp:spPr>
        <a:xfrm>
          <a:off x="590198" y="963920"/>
          <a:ext cx="849361" cy="849361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220" tIns="12700" rIns="66220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1</a:t>
          </a:r>
        </a:p>
      </dsp:txBody>
      <dsp:txXfrm>
        <a:off x="714584" y="1088306"/>
        <a:ext cx="600589" cy="600589"/>
      </dsp:txXfrm>
    </dsp:sp>
    <dsp:sp modelId="{C289062F-3007-4111-9B53-D6EA67FCF53B}">
      <dsp:nvSpPr>
        <dsp:cNvPr id="0" name=""/>
        <dsp:cNvSpPr/>
      </dsp:nvSpPr>
      <dsp:spPr>
        <a:xfrm>
          <a:off x="3735" y="3511932"/>
          <a:ext cx="2022288" cy="72"/>
        </a:xfrm>
        <a:prstGeom prst="rect">
          <a:avLst/>
        </a:prstGeom>
        <a:solidFill>
          <a:schemeClr val="accent2">
            <a:hueOff val="715957"/>
            <a:satOff val="-2055"/>
            <a:lumOff val="-3290"/>
            <a:alphaOff val="0"/>
          </a:schemeClr>
        </a:solidFill>
        <a:ln w="19050" cap="flat" cmpd="sng" algn="ctr">
          <a:solidFill>
            <a:schemeClr val="accent2">
              <a:hueOff val="715957"/>
              <a:satOff val="-2055"/>
              <a:lumOff val="-329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D411D7-56C8-4EA9-9CE4-5BD82B29A146}">
      <dsp:nvSpPr>
        <dsp:cNvPr id="0" name=""/>
        <dsp:cNvSpPr/>
      </dsp:nvSpPr>
      <dsp:spPr>
        <a:xfrm>
          <a:off x="2228252" y="680800"/>
          <a:ext cx="2022288" cy="2831204"/>
        </a:xfrm>
        <a:prstGeom prst="rect">
          <a:avLst/>
        </a:prstGeom>
        <a:solidFill>
          <a:schemeClr val="accent2">
            <a:tint val="40000"/>
            <a:alpha val="90000"/>
            <a:hueOff val="1683680"/>
            <a:satOff val="-15558"/>
            <a:lumOff val="-1754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1683680"/>
              <a:satOff val="-15558"/>
              <a:lumOff val="-175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665" tIns="330200" rIns="157665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Start the dashboard services </a:t>
          </a:r>
          <a:endParaRPr lang="en-US" sz="1800" kern="1200"/>
        </a:p>
      </dsp:txBody>
      <dsp:txXfrm>
        <a:off x="2228252" y="1756658"/>
        <a:ext cx="2022288" cy="1698722"/>
      </dsp:txXfrm>
    </dsp:sp>
    <dsp:sp modelId="{5D046C96-3C10-41E2-BA9D-CC9C14754F01}">
      <dsp:nvSpPr>
        <dsp:cNvPr id="0" name=""/>
        <dsp:cNvSpPr/>
      </dsp:nvSpPr>
      <dsp:spPr>
        <a:xfrm>
          <a:off x="2814716" y="963920"/>
          <a:ext cx="849361" cy="849361"/>
        </a:xfrm>
        <a:prstGeom prst="ellipse">
          <a:avLst/>
        </a:prstGeom>
        <a:solidFill>
          <a:schemeClr val="accent2">
            <a:hueOff val="1431914"/>
            <a:satOff val="-4110"/>
            <a:lumOff val="-6580"/>
            <a:alphaOff val="0"/>
          </a:schemeClr>
        </a:solidFill>
        <a:ln w="19050" cap="flat" cmpd="sng" algn="ctr">
          <a:solidFill>
            <a:schemeClr val="accent2">
              <a:hueOff val="1431914"/>
              <a:satOff val="-4110"/>
              <a:lumOff val="-658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220" tIns="12700" rIns="66220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2</a:t>
          </a:r>
        </a:p>
      </dsp:txBody>
      <dsp:txXfrm>
        <a:off x="2939102" y="1088306"/>
        <a:ext cx="600589" cy="600589"/>
      </dsp:txXfrm>
    </dsp:sp>
    <dsp:sp modelId="{39D835A9-28F9-4B6D-88E3-8143705FB075}">
      <dsp:nvSpPr>
        <dsp:cNvPr id="0" name=""/>
        <dsp:cNvSpPr/>
      </dsp:nvSpPr>
      <dsp:spPr>
        <a:xfrm>
          <a:off x="2228252" y="3511932"/>
          <a:ext cx="2022288" cy="72"/>
        </a:xfrm>
        <a:prstGeom prst="rect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46EB97-392B-4C25-9B09-ECAE9661AC3D}">
      <dsp:nvSpPr>
        <dsp:cNvPr id="0" name=""/>
        <dsp:cNvSpPr/>
      </dsp:nvSpPr>
      <dsp:spPr>
        <a:xfrm>
          <a:off x="4452770" y="680800"/>
          <a:ext cx="2022288" cy="2831204"/>
        </a:xfrm>
        <a:prstGeom prst="rect">
          <a:avLst/>
        </a:prstGeom>
        <a:solidFill>
          <a:schemeClr val="accent2">
            <a:tint val="40000"/>
            <a:alpha val="90000"/>
            <a:hueOff val="3367359"/>
            <a:satOff val="-31116"/>
            <a:lumOff val="-350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3367359"/>
              <a:satOff val="-31116"/>
              <a:lumOff val="-350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665" tIns="330200" rIns="157665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Open the system using the provided links </a:t>
          </a:r>
          <a:endParaRPr lang="en-US" sz="1800" kern="1200"/>
        </a:p>
      </dsp:txBody>
      <dsp:txXfrm>
        <a:off x="4452770" y="1756658"/>
        <a:ext cx="2022288" cy="1698722"/>
      </dsp:txXfrm>
    </dsp:sp>
    <dsp:sp modelId="{EEB7A794-A8DB-424C-AC20-59463529A1DF}">
      <dsp:nvSpPr>
        <dsp:cNvPr id="0" name=""/>
        <dsp:cNvSpPr/>
      </dsp:nvSpPr>
      <dsp:spPr>
        <a:xfrm>
          <a:off x="5039233" y="963920"/>
          <a:ext cx="849361" cy="849361"/>
        </a:xfrm>
        <a:prstGeom prst="ellipse">
          <a:avLst/>
        </a:prstGeom>
        <a:solidFill>
          <a:schemeClr val="accent2">
            <a:hueOff val="2863828"/>
            <a:satOff val="-8219"/>
            <a:lumOff val="-13160"/>
            <a:alphaOff val="0"/>
          </a:schemeClr>
        </a:solidFill>
        <a:ln w="19050" cap="flat" cmpd="sng" algn="ctr">
          <a:solidFill>
            <a:schemeClr val="accent2">
              <a:hueOff val="2863828"/>
              <a:satOff val="-8219"/>
              <a:lumOff val="-1316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220" tIns="12700" rIns="66220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3</a:t>
          </a:r>
        </a:p>
      </dsp:txBody>
      <dsp:txXfrm>
        <a:off x="5163619" y="1088306"/>
        <a:ext cx="600589" cy="600589"/>
      </dsp:txXfrm>
    </dsp:sp>
    <dsp:sp modelId="{4745127E-00AB-40D5-B5EB-458452E72F49}">
      <dsp:nvSpPr>
        <dsp:cNvPr id="0" name=""/>
        <dsp:cNvSpPr/>
      </dsp:nvSpPr>
      <dsp:spPr>
        <a:xfrm>
          <a:off x="4452770" y="3511932"/>
          <a:ext cx="2022288" cy="72"/>
        </a:xfrm>
        <a:prstGeom prst="rect">
          <a:avLst/>
        </a:prstGeom>
        <a:solidFill>
          <a:schemeClr val="accent2">
            <a:hueOff val="3579786"/>
            <a:satOff val="-10274"/>
            <a:lumOff val="-16449"/>
            <a:alphaOff val="0"/>
          </a:schemeClr>
        </a:solidFill>
        <a:ln w="19050" cap="flat" cmpd="sng" algn="ctr">
          <a:solidFill>
            <a:schemeClr val="accent2">
              <a:hueOff val="3579786"/>
              <a:satOff val="-10274"/>
              <a:lumOff val="-1644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652EE3-ED6A-4734-AB94-7740FFB7B800}">
      <dsp:nvSpPr>
        <dsp:cNvPr id="0" name=""/>
        <dsp:cNvSpPr/>
      </dsp:nvSpPr>
      <dsp:spPr>
        <a:xfrm>
          <a:off x="6677287" y="680800"/>
          <a:ext cx="2022288" cy="2831204"/>
        </a:xfrm>
        <a:prstGeom prst="rect">
          <a:avLst/>
        </a:prstGeom>
        <a:solidFill>
          <a:schemeClr val="accent2">
            <a:tint val="40000"/>
            <a:alpha val="90000"/>
            <a:hueOff val="5051039"/>
            <a:satOff val="-46674"/>
            <a:lumOff val="-5261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5051039"/>
              <a:satOff val="-46674"/>
              <a:lumOff val="-52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665" tIns="330200" rIns="157665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Use the correct login account for access </a:t>
          </a:r>
          <a:endParaRPr lang="en-US" sz="1800" kern="1200"/>
        </a:p>
      </dsp:txBody>
      <dsp:txXfrm>
        <a:off x="6677287" y="1756658"/>
        <a:ext cx="2022288" cy="1698722"/>
      </dsp:txXfrm>
    </dsp:sp>
    <dsp:sp modelId="{9F9CBAF4-F96E-4A42-8204-693D0B8CEDC6}">
      <dsp:nvSpPr>
        <dsp:cNvPr id="0" name=""/>
        <dsp:cNvSpPr/>
      </dsp:nvSpPr>
      <dsp:spPr>
        <a:xfrm>
          <a:off x="7263751" y="963920"/>
          <a:ext cx="849361" cy="849361"/>
        </a:xfrm>
        <a:prstGeom prst="ellips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220" tIns="12700" rIns="66220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4</a:t>
          </a:r>
        </a:p>
      </dsp:txBody>
      <dsp:txXfrm>
        <a:off x="7388137" y="1088306"/>
        <a:ext cx="600589" cy="600589"/>
      </dsp:txXfrm>
    </dsp:sp>
    <dsp:sp modelId="{2B6FFEE4-CD70-4124-BF69-DFFC30E4432D}">
      <dsp:nvSpPr>
        <dsp:cNvPr id="0" name=""/>
        <dsp:cNvSpPr/>
      </dsp:nvSpPr>
      <dsp:spPr>
        <a:xfrm>
          <a:off x="6677287" y="3511932"/>
          <a:ext cx="2022288" cy="72"/>
        </a:xfrm>
        <a:prstGeom prst="rect">
          <a:avLst/>
        </a:prstGeom>
        <a:solidFill>
          <a:schemeClr val="accent2">
            <a:hueOff val="5011700"/>
            <a:satOff val="-14383"/>
            <a:lumOff val="-23029"/>
            <a:alphaOff val="0"/>
          </a:schemeClr>
        </a:solidFill>
        <a:ln w="19050" cap="flat" cmpd="sng" algn="ctr">
          <a:solidFill>
            <a:schemeClr val="accent2">
              <a:hueOff val="5011700"/>
              <a:satOff val="-14383"/>
              <a:lumOff val="-2302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98C3D1-A821-4198-850E-20A79D6EA5F4}">
      <dsp:nvSpPr>
        <dsp:cNvPr id="0" name=""/>
        <dsp:cNvSpPr/>
      </dsp:nvSpPr>
      <dsp:spPr>
        <a:xfrm>
          <a:off x="8901805" y="680800"/>
          <a:ext cx="2022288" cy="2831204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665" tIns="330200" rIns="157665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baseline="0"/>
            <a:t>Keep the provided files for future setup and reference </a:t>
          </a:r>
          <a:endParaRPr lang="en-US" sz="1800" kern="1200"/>
        </a:p>
      </dsp:txBody>
      <dsp:txXfrm>
        <a:off x="8901805" y="1756658"/>
        <a:ext cx="2022288" cy="1698722"/>
      </dsp:txXfrm>
    </dsp:sp>
    <dsp:sp modelId="{A7C84FC0-E6D4-4B2C-8EA3-BF91900627F1}">
      <dsp:nvSpPr>
        <dsp:cNvPr id="0" name=""/>
        <dsp:cNvSpPr/>
      </dsp:nvSpPr>
      <dsp:spPr>
        <a:xfrm>
          <a:off x="9488268" y="963920"/>
          <a:ext cx="849361" cy="849361"/>
        </a:xfrm>
        <a:prstGeom prst="ellipse">
          <a:avLst/>
        </a:prstGeom>
        <a:solidFill>
          <a:schemeClr val="accent2">
            <a:hueOff val="5727657"/>
            <a:satOff val="-16438"/>
            <a:lumOff val="-26319"/>
            <a:alphaOff val="0"/>
          </a:schemeClr>
        </a:solidFill>
        <a:ln w="19050" cap="flat" cmpd="sng" algn="ctr">
          <a:solidFill>
            <a:schemeClr val="accent2">
              <a:hueOff val="5727657"/>
              <a:satOff val="-16438"/>
              <a:lumOff val="-2631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220" tIns="12700" rIns="66220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5</a:t>
          </a:r>
        </a:p>
      </dsp:txBody>
      <dsp:txXfrm>
        <a:off x="9612654" y="1088306"/>
        <a:ext cx="600589" cy="600589"/>
      </dsp:txXfrm>
    </dsp:sp>
    <dsp:sp modelId="{CA505405-10CD-4B66-9395-8A6D5AC4CCD7}">
      <dsp:nvSpPr>
        <dsp:cNvPr id="0" name=""/>
        <dsp:cNvSpPr/>
      </dsp:nvSpPr>
      <dsp:spPr>
        <a:xfrm>
          <a:off x="8901805" y="3511932"/>
          <a:ext cx="2022288" cy="72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AEC57-2871-B877-AF46-024E354FC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1D4556-BF25-DE7C-7CC2-0AE51BF0DB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8984E-93DD-7EDD-24FE-9A0B7921D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A38FB-3D3D-42D9-AC82-93084E3FEFD2}" type="datetimeFigureOut">
              <a:rPr lang="en-SG" smtClean="0"/>
              <a:t>1/4/2026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CA83D-96CD-F5C5-78A5-9EF01AC65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9E096E-CF51-FF72-1587-D84F97302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9D0C1-84F6-4C33-8370-179A7FEEC3C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50203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236CD-4A18-45FD-30E7-21FA2758D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7194F-BD5A-F77C-052D-5FF61BF4C1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231B8-096E-5F1B-3369-15359731D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A38FB-3D3D-42D9-AC82-93084E3FEFD2}" type="datetimeFigureOut">
              <a:rPr lang="en-SG" smtClean="0"/>
              <a:t>1/4/2026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831682-F9C9-1E51-BD3D-9EB375FEB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BCF40-B8AD-64EB-7814-35F64BF4A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9D0C1-84F6-4C33-8370-179A7FEEC3C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6247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0F54E-90CC-3EE5-FA25-9E277ED81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1890D-88C5-3EF3-9951-7B0A7DB308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6AA51-C8F4-D79C-9D56-B473E36A1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A38FB-3D3D-42D9-AC82-93084E3FEFD2}" type="datetimeFigureOut">
              <a:rPr lang="en-SG" smtClean="0"/>
              <a:t>1/4/2026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C3D8A-B995-F51F-3695-809A9338D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52916-42D7-38C8-A390-B909FAC5F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9D0C1-84F6-4C33-8370-179A7FEEC3C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74972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90577-D567-5B58-9111-5FB5DE009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DBC298-551F-9DF9-66AE-16EFD80D37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2553FD-6770-3E51-03D8-A46BC257D3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72F3C7-982F-0FAA-6F72-4F88D02A4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A38FB-3D3D-42D9-AC82-93084E3FEFD2}" type="datetimeFigureOut">
              <a:rPr lang="en-SG" smtClean="0"/>
              <a:t>1/4/2026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1AFE71-E9C2-4271-F3F6-F86D5A4C0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0F7CE8-6CE0-9FA1-91D5-124DB933E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9D0C1-84F6-4C33-8370-179A7FEEC3C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735745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231A6-5DC5-96A3-8097-5835C5681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E23BB3-FFD7-DA13-A013-8AF0689750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B3E5E7-DB6F-83EF-27C3-60FB5E850A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A1EB22-BF2E-A5D4-1A0A-642EFD1808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E8E36DF-2264-B67F-9E28-22B9FD8C8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FCD242-7BAA-F93B-DC07-780D27591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A38FB-3D3D-42D9-AC82-93084E3FEFD2}" type="datetimeFigureOut">
              <a:rPr lang="en-SG" smtClean="0"/>
              <a:t>1/4/2026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5CA78E-8EAC-ACA2-A5B0-AE3EAD4FF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08F31D-BD55-D283-3B4F-FFF216AE1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9D0C1-84F6-4C33-8370-179A7FEEC3C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35925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9A5D9-02FA-B30B-5705-3E5343D53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B32C0C-1BA8-D1FD-7C68-49DDA5CBB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A38FB-3D3D-42D9-AC82-93084E3FEFD2}" type="datetimeFigureOut">
              <a:rPr lang="en-SG" smtClean="0"/>
              <a:t>1/4/2026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2B21A6-930E-6FF9-873C-9D82CB34D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9FF8C3-B440-131C-A99C-C8D96173B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9D0C1-84F6-4C33-8370-179A7FEEC3C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38696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1341F6-8A2E-47FE-D53B-D44A2F317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A38FB-3D3D-42D9-AC82-93084E3FEFD2}" type="datetimeFigureOut">
              <a:rPr lang="en-SG" smtClean="0"/>
              <a:t>1/4/2026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D32A99-4E9C-5288-C4DF-530D52126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FAD1C7-B481-A20C-63B7-04F10A437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9D0C1-84F6-4C33-8370-179A7FEEC3C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47298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BAECC-015F-C5D8-EB80-2E13550B0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60C79-0CC5-9093-1CC5-BE47B9BBE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96EAD9-B97B-C8D8-5A96-2BD231F432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BE1FD0-36D2-4502-31B4-27115CF0B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A38FB-3D3D-42D9-AC82-93084E3FEFD2}" type="datetimeFigureOut">
              <a:rPr lang="en-SG" smtClean="0"/>
              <a:t>1/4/2026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270C78-BF55-AEAF-F3A7-DE77A72BE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3B62F1-A01D-C6D4-62C8-3733A5AB5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9D0C1-84F6-4C33-8370-179A7FEEC3C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15894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83952-57DE-C44C-F1F5-81C309A17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FBC3BA-0062-E196-C74F-A9E1354947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C684C0-FB06-1EDA-1B7F-03E5A5D8C8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5B6A6-339F-24DA-CA2D-4AE9A58E1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A38FB-3D3D-42D9-AC82-93084E3FEFD2}" type="datetimeFigureOut">
              <a:rPr lang="en-SG" smtClean="0"/>
              <a:t>1/4/2026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900D1-A505-FF5C-5775-E73D2A54D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12210A-8F5F-41AC-1E86-CF58F0BDB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9D0C1-84F6-4C33-8370-179A7FEEC3C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56657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A6ACE-B51C-2D48-8784-2D7EF5A00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5E7646-6DD5-E08D-6E35-36C86CEAF0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17388-696A-ECFE-0049-AAA938159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A38FB-3D3D-42D9-AC82-93084E3FEFD2}" type="datetimeFigureOut">
              <a:rPr lang="en-SG" smtClean="0"/>
              <a:t>1/4/2026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1E6246-4CB5-9845-9F58-C918D2163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8192C7-EB66-9FA2-5070-E0A74E9F7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9D0C1-84F6-4C33-8370-179A7FEEC3C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9285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C5347-C420-705E-3235-65553039A2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9D05EF-957C-093A-EC82-6A578624F2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2DB188-F692-C770-CC0A-8CA5EC1C3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A38FB-3D3D-42D9-AC82-93084E3FEFD2}" type="datetimeFigureOut">
              <a:rPr lang="en-SG" smtClean="0"/>
              <a:t>1/4/2026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3376A0-A062-781E-9FB1-5B82245B8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115C1-C4A1-C735-09B8-9FE4A59E1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9D0C1-84F6-4C33-8370-179A7FEEC3C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59625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AB07C2-B059-D0F6-A914-14847DAAC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F5375-711A-7AC1-AC0B-62BEDCA36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690EF-A186-4EB6-2A39-ACC6C88523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EA38FB-3D3D-42D9-AC82-93084E3FEFD2}" type="datetimeFigureOut">
              <a:rPr lang="en-SG" smtClean="0"/>
              <a:t>1/4/2026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652D2-C0F7-1298-4FFA-43FC80A84B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0B76B9-6E22-4440-085E-3EA193705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A9D0C1-84F6-4C33-8370-179A7FEEC3C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13511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5.xml"/><Relationship Id="rId3" Type="http://schemas.openxmlformats.org/officeDocument/2006/relationships/image" Target="../media/image15.png"/><Relationship Id="rId7" Type="http://schemas.openxmlformats.org/officeDocument/2006/relationships/diagramLayout" Target="../diagrams/layout5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diagramData" Target="../diagrams/data5.xml"/><Relationship Id="rId5" Type="http://schemas.openxmlformats.org/officeDocument/2006/relationships/image" Target="../media/image17.png"/><Relationship Id="rId10" Type="http://schemas.microsoft.com/office/2007/relationships/diagramDrawing" Target="../diagrams/drawing5.xml"/><Relationship Id="rId4" Type="http://schemas.openxmlformats.org/officeDocument/2006/relationships/image" Target="../media/image16.png"/><Relationship Id="rId9" Type="http://schemas.openxmlformats.org/officeDocument/2006/relationships/diagramColors" Target="../diagrams/colors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6.xml"/><Relationship Id="rId3" Type="http://schemas.openxmlformats.org/officeDocument/2006/relationships/image" Target="../media/image20.png"/><Relationship Id="rId7" Type="http://schemas.openxmlformats.org/officeDocument/2006/relationships/diagramColors" Target="../diagrams/colors6.xml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6.xml"/><Relationship Id="rId5" Type="http://schemas.openxmlformats.org/officeDocument/2006/relationships/diagramLayout" Target="../diagrams/layout6.xml"/><Relationship Id="rId4" Type="http://schemas.openxmlformats.org/officeDocument/2006/relationships/diagramData" Target="../diagrams/data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1" name="Rectangle 110">
            <a:extLst>
              <a:ext uri="{FF2B5EF4-FFF2-40B4-BE49-F238E27FC236}">
                <a16:creationId xmlns:a16="http://schemas.microsoft.com/office/drawing/2014/main" id="{92E6BC6C-4A83-4551-8FFE-1708120A67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FA9B6C6-A247-48A8-9A1C-1E36FA945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9948E0-5429-3987-0365-CF85C567AF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0136" y="590062"/>
            <a:ext cx="5141964" cy="2838938"/>
          </a:xfrm>
        </p:spPr>
        <p:txBody>
          <a:bodyPr>
            <a:normAutofit/>
          </a:bodyPr>
          <a:lstStyle/>
          <a:p>
            <a:pPr algn="l"/>
            <a:r>
              <a:rPr lang="en-SG" sz="5600">
                <a:solidFill>
                  <a:srgbClr val="FFFFFF"/>
                </a:solidFill>
              </a:rPr>
              <a:t>Engineering Dashboard User Guide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4EB854-AFE2-0DCD-1D46-E77A7F77AB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0136" y="3505199"/>
            <a:ext cx="5141949" cy="1198120"/>
          </a:xfrm>
        </p:spPr>
        <p:txBody>
          <a:bodyPr>
            <a:normAutofit/>
          </a:bodyPr>
          <a:lstStyle/>
          <a:p>
            <a:pPr algn="l"/>
            <a:r>
              <a:rPr lang="en-SG" sz="2000">
                <a:solidFill>
                  <a:srgbClr val="FFFFFF"/>
                </a:solidFill>
              </a:rPr>
              <a:t>System access and usage</a:t>
            </a:r>
          </a:p>
          <a:p>
            <a:pPr algn="l"/>
            <a:r>
              <a:rPr lang="en-US" sz="2000">
                <a:solidFill>
                  <a:srgbClr val="FFFFFF"/>
                </a:solidFill>
              </a:rPr>
              <a:t>Prepared by: </a:t>
            </a:r>
            <a:r>
              <a:rPr lang="en-US" sz="2000" b="1">
                <a:solidFill>
                  <a:srgbClr val="FFFFFF"/>
                </a:solidFill>
              </a:rPr>
              <a:t>Mok Zhi Zhuan</a:t>
            </a:r>
            <a:endParaRPr lang="en-SG" sz="2000">
              <a:solidFill>
                <a:srgbClr val="FFFFFF"/>
              </a:solidFill>
            </a:endParaRP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E15EAE4E-5508-44B8-B920-1B8BA1D20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741794" y="1931746"/>
            <a:ext cx="465456" cy="581432"/>
            <a:chOff x="6741794" y="1931746"/>
            <a:chExt cx="465456" cy="581432"/>
          </a:xfrm>
          <a:solidFill>
            <a:srgbClr val="FFFFFF"/>
          </a:solidFill>
        </p:grpSpPr>
        <p:sp>
          <p:nvSpPr>
            <p:cNvPr id="116" name="Graphic 13">
              <a:extLst>
                <a:ext uri="{FF2B5EF4-FFF2-40B4-BE49-F238E27FC236}">
                  <a16:creationId xmlns:a16="http://schemas.microsoft.com/office/drawing/2014/main" id="{C5CB530E-515E-412C-9DF1-5F8FFBD6F3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757334" y="19317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grpFill/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17" name="Graphic 12">
              <a:extLst>
                <a:ext uri="{FF2B5EF4-FFF2-40B4-BE49-F238E27FC236}">
                  <a16:creationId xmlns:a16="http://schemas.microsoft.com/office/drawing/2014/main" id="{712D4376-A578-4FF1-94FC-245E7A6A4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116112" y="2141584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grpFill/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18" name="Graphic 15">
              <a:extLst>
                <a:ext uri="{FF2B5EF4-FFF2-40B4-BE49-F238E27FC236}">
                  <a16:creationId xmlns:a16="http://schemas.microsoft.com/office/drawing/2014/main" id="{AEA7509D-F04F-40CB-A0B3-EEF16499CC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741794" y="23854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grpFill/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75145" y="3496322"/>
            <a:ext cx="0" cy="335280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 descr="User">
            <a:extLst>
              <a:ext uri="{FF2B5EF4-FFF2-40B4-BE49-F238E27FC236}">
                <a16:creationId xmlns:a16="http://schemas.microsoft.com/office/drawing/2014/main" id="{9B7E61E7-041B-C6E6-1EA3-25B125BE26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80300" y="2146315"/>
            <a:ext cx="4171686" cy="417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165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3" name="Arc 42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68D2BF-4175-3AAD-17AD-25D94F829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en-SG"/>
              <a:t>Package Contents</a:t>
            </a: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30B3CA-A622-AC5D-F979-DB32684A1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2914164"/>
            <a:ext cx="4777381" cy="859928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A730D4CA-BD7D-D036-3A67-AA769CA60DC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77980714"/>
              </p:ext>
            </p:extLst>
          </p:nvPr>
        </p:nvGraphicFramePr>
        <p:xfrm>
          <a:off x="5894962" y="1984443"/>
          <a:ext cx="5458838" cy="41925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422403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29DFF1-BDD9-72F4-9FFB-B0B00924F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Before You Start</a:t>
            </a:r>
            <a:endParaRPr lang="en-SG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29BFEEC-72A1-D640-2F10-BFD4A4A262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46120291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66794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6C34C3-EDDE-75E7-148A-5FE369550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Load the Docker Images</a:t>
            </a:r>
            <a:endParaRPr lang="en-SG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4F35E6F-9882-4893-8D71-38921FAF54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388297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96496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E02190-6816-7560-06DC-D234AA9BC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Start the Dashboard System</a:t>
            </a:r>
            <a:endParaRPr lang="en-SG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6DCC4A4-9692-F903-AD47-3EDA85C6D9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43786374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82583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" name="Rectangle 59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2636F4-512D-DA8F-24C9-232977CC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77031" y="467271"/>
            <a:ext cx="3876357" cy="2052522"/>
          </a:xfrm>
        </p:spPr>
        <p:txBody>
          <a:bodyPr anchor="b">
            <a:normAutofit/>
          </a:bodyPr>
          <a:lstStyle/>
          <a:p>
            <a:r>
              <a:rPr lang="en-US" sz="5200"/>
              <a:t>Main System Access Links</a:t>
            </a:r>
            <a:endParaRPr lang="en-SG" sz="5200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841E0DD-1BA7-47EA-92C1-DFCD469D0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5797" y="0"/>
            <a:ext cx="4195674" cy="2553552"/>
          </a:xfrm>
          <a:custGeom>
            <a:avLst/>
            <a:gdLst>
              <a:gd name="connsiteX0" fmla="*/ 51087 w 4195674"/>
              <a:gd name="connsiteY0" fmla="*/ 0 h 2553552"/>
              <a:gd name="connsiteX1" fmla="*/ 4144587 w 4195674"/>
              <a:gd name="connsiteY1" fmla="*/ 0 h 2553552"/>
              <a:gd name="connsiteX2" fmla="*/ 4153054 w 4195674"/>
              <a:gd name="connsiteY2" fmla="*/ 32928 h 2553552"/>
              <a:gd name="connsiteX3" fmla="*/ 4195674 w 4195674"/>
              <a:gd name="connsiteY3" fmla="*/ 455715 h 2553552"/>
              <a:gd name="connsiteX4" fmla="*/ 2097837 w 4195674"/>
              <a:gd name="connsiteY4" fmla="*/ 2553552 h 2553552"/>
              <a:gd name="connsiteX5" fmla="*/ 0 w 4195674"/>
              <a:gd name="connsiteY5" fmla="*/ 455715 h 2553552"/>
              <a:gd name="connsiteX6" fmla="*/ 42621 w 4195674"/>
              <a:gd name="connsiteY6" fmla="*/ 32928 h 2553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95674" h="2553552">
                <a:moveTo>
                  <a:pt x="51087" y="0"/>
                </a:moveTo>
                <a:lnTo>
                  <a:pt x="4144587" y="0"/>
                </a:lnTo>
                <a:lnTo>
                  <a:pt x="4153054" y="32928"/>
                </a:lnTo>
                <a:cubicBezTo>
                  <a:pt x="4180999" y="169492"/>
                  <a:pt x="4195674" y="310890"/>
                  <a:pt x="4195674" y="455715"/>
                </a:cubicBezTo>
                <a:cubicBezTo>
                  <a:pt x="4195674" y="1614318"/>
                  <a:pt x="3256440" y="2553552"/>
                  <a:pt x="2097837" y="2553552"/>
                </a:cubicBezTo>
                <a:cubicBezTo>
                  <a:pt x="939234" y="2553552"/>
                  <a:pt x="0" y="1614318"/>
                  <a:pt x="0" y="455715"/>
                </a:cubicBezTo>
                <a:cubicBezTo>
                  <a:pt x="0" y="310890"/>
                  <a:pt x="14676" y="169492"/>
                  <a:pt x="42621" y="32928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1F63A6E-17FE-1BFC-FE90-BF548628DB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693" y="136525"/>
            <a:ext cx="1925761" cy="1935439"/>
          </a:xfrm>
          <a:prstGeom prst="rect">
            <a:avLst/>
          </a:prstGeom>
        </p:spPr>
      </p:pic>
      <p:sp>
        <p:nvSpPr>
          <p:cNvPr id="62" name="Graphic 11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7148" y="987117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8D3BEFDA-0C8B-4C24-AF49-B7E58C98D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756811"/>
            <a:ext cx="4507268" cy="4101189"/>
          </a:xfrm>
          <a:custGeom>
            <a:avLst/>
            <a:gdLst>
              <a:gd name="connsiteX0" fmla="*/ 1188901 w 4507268"/>
              <a:gd name="connsiteY0" fmla="*/ 0 h 4101189"/>
              <a:gd name="connsiteX1" fmla="*/ 4507268 w 4507268"/>
              <a:gd name="connsiteY1" fmla="*/ 3318367 h 4101189"/>
              <a:gd name="connsiteX2" fmla="*/ 4439851 w 4507268"/>
              <a:gd name="connsiteY2" fmla="*/ 3987135 h 4101189"/>
              <a:gd name="connsiteX3" fmla="*/ 4410525 w 4507268"/>
              <a:gd name="connsiteY3" fmla="*/ 4101189 h 4101189"/>
              <a:gd name="connsiteX4" fmla="*/ 0 w 4507268"/>
              <a:gd name="connsiteY4" fmla="*/ 4101189 h 4101189"/>
              <a:gd name="connsiteX5" fmla="*/ 0 w 4507268"/>
              <a:gd name="connsiteY5" fmla="*/ 221283 h 4101189"/>
              <a:gd name="connsiteX6" fmla="*/ 47936 w 4507268"/>
              <a:gd name="connsiteY6" fmla="*/ 201358 h 4101189"/>
              <a:gd name="connsiteX7" fmla="*/ 1188901 w 4507268"/>
              <a:gd name="connsiteY7" fmla="*/ 0 h 41011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07268" h="4101189">
                <a:moveTo>
                  <a:pt x="1188901" y="0"/>
                </a:moveTo>
                <a:cubicBezTo>
                  <a:pt x="3021585" y="0"/>
                  <a:pt x="4507268" y="1485684"/>
                  <a:pt x="4507268" y="3318367"/>
                </a:cubicBezTo>
                <a:cubicBezTo>
                  <a:pt x="4507268" y="3547453"/>
                  <a:pt x="4484055" y="3771117"/>
                  <a:pt x="4439851" y="3987135"/>
                </a:cubicBezTo>
                <a:lnTo>
                  <a:pt x="4410525" y="4101189"/>
                </a:lnTo>
                <a:lnTo>
                  <a:pt x="0" y="4101189"/>
                </a:lnTo>
                <a:lnTo>
                  <a:pt x="0" y="221283"/>
                </a:lnTo>
                <a:lnTo>
                  <a:pt x="47936" y="201358"/>
                </a:lnTo>
                <a:cubicBezTo>
                  <a:pt x="403707" y="71093"/>
                  <a:pt x="788002" y="0"/>
                  <a:pt x="1188901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7400EEA6-B330-4DBC-A821-469627E96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0123" y="1601385"/>
            <a:ext cx="2754831" cy="2754831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Graphic 12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7278" y="4908805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51" y="5775084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854613-104C-2FB5-D0D2-B97BB134D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8991" y="2129895"/>
            <a:ext cx="1477094" cy="1697810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66B5AF-9A09-11DA-F1AA-0754BA965E70}"/>
              </a:ext>
            </a:extLst>
          </p:cNvPr>
          <p:cNvGrpSpPr/>
          <p:nvPr/>
        </p:nvGrpSpPr>
        <p:grpSpPr>
          <a:xfrm>
            <a:off x="187880" y="3968797"/>
            <a:ext cx="2983972" cy="2267166"/>
            <a:chOff x="8409435" y="1054958"/>
            <a:chExt cx="2905870" cy="220782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E15BE57-72E3-317D-E26F-CBFC692484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09435" y="1054958"/>
              <a:ext cx="2905080" cy="1416226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58344E3-78BC-3538-E008-4CE74D541C7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09435" y="2492729"/>
              <a:ext cx="2905870" cy="770055"/>
            </a:xfrm>
            <a:prstGeom prst="rect">
              <a:avLst/>
            </a:prstGeom>
          </p:spPr>
        </p:pic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7F9C59C-0EF4-E63B-CB25-698E5617FD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31909938"/>
              </p:ext>
            </p:extLst>
          </p:nvPr>
        </p:nvGraphicFramePr>
        <p:xfrm>
          <a:off x="6977031" y="2990818"/>
          <a:ext cx="3876357" cy="29138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374096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3" name="Rectangle 92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FF19FE-06C2-B4DC-CF83-4E3B1B5AAC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773" b="5636"/>
          <a:stretch>
            <a:fillRect/>
          </a:stretch>
        </p:blipFill>
        <p:spPr>
          <a:xfrm>
            <a:off x="621676" y="1471577"/>
            <a:ext cx="3874124" cy="948254"/>
          </a:xfrm>
          <a:prstGeom prst="rect">
            <a:avLst/>
          </a:prstGeom>
        </p:spPr>
      </p:pic>
      <p:pic>
        <p:nvPicPr>
          <p:cNvPr id="22" name="Graphic 21" descr="Lock">
            <a:extLst>
              <a:ext uri="{FF2B5EF4-FFF2-40B4-BE49-F238E27FC236}">
                <a16:creationId xmlns:a16="http://schemas.microsoft.com/office/drawing/2014/main" id="{3BD3C855-B7EC-322B-13D1-0034FBCFCA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6308" y="3586297"/>
            <a:ext cx="2644860" cy="2644860"/>
          </a:xfrm>
          <a:prstGeom prst="rect">
            <a:avLst/>
          </a:prstGeom>
        </p:spPr>
      </p:pic>
      <p:sp>
        <p:nvSpPr>
          <p:cNvPr id="94" name="Right Triangle 93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76029" y="623275"/>
            <a:ext cx="6570797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7F93B0-B5FF-50B0-F844-09731A89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5659" y="1188637"/>
            <a:ext cx="5642312" cy="1597228"/>
          </a:xfrm>
        </p:spPr>
        <p:txBody>
          <a:bodyPr>
            <a:normAutofit/>
          </a:bodyPr>
          <a:lstStyle/>
          <a:p>
            <a:r>
              <a:rPr lang="en-US" sz="5400"/>
              <a:t>User Login</a:t>
            </a:r>
            <a:endParaRPr lang="en-SG" sz="540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B2448CA4-B45F-6C20-D08F-81908696B2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5660" y="2998278"/>
            <a:ext cx="4505654" cy="2728198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SG" sz="1500"/>
              <a:t>Use the </a:t>
            </a:r>
            <a:r>
              <a:rPr lang="en-SG" sz="1500" b="1"/>
              <a:t>User</a:t>
            </a:r>
            <a:r>
              <a:rPr lang="en-SG" sz="1500"/>
              <a:t> account for normal viewing access.</a:t>
            </a:r>
          </a:p>
          <a:p>
            <a:r>
              <a:rPr lang="en-SG" sz="1500" b="1"/>
              <a:t>Account details:</a:t>
            </a:r>
            <a:endParaRPr lang="en-SG" sz="1500"/>
          </a:p>
          <a:p>
            <a:r>
              <a:rPr lang="en-SG" sz="1500" b="1"/>
              <a:t>Username:</a:t>
            </a:r>
            <a:r>
              <a:rPr lang="en-SG" sz="1500"/>
              <a:t> user </a:t>
            </a:r>
          </a:p>
          <a:p>
            <a:r>
              <a:rPr lang="en-SG" sz="1500" b="1"/>
              <a:t>Password:</a:t>
            </a:r>
            <a:r>
              <a:rPr lang="en-SG" sz="1500"/>
              <a:t> user </a:t>
            </a:r>
          </a:p>
          <a:p>
            <a:pPr marL="0" indent="0">
              <a:buNone/>
            </a:pPr>
            <a:r>
              <a:rPr lang="en-SG" sz="1500" b="1"/>
              <a:t>User access includes:</a:t>
            </a:r>
            <a:endParaRPr lang="en-SG" sz="1500"/>
          </a:p>
          <a:p>
            <a:r>
              <a:rPr lang="en-SG" sz="1500"/>
              <a:t>Dashboard viewing </a:t>
            </a:r>
          </a:p>
          <a:p>
            <a:r>
              <a:rPr lang="en-SG" sz="1500"/>
              <a:t>Monitoring pages </a:t>
            </a:r>
          </a:p>
          <a:p>
            <a:r>
              <a:rPr lang="en-SG" sz="1500"/>
              <a:t>General system information</a:t>
            </a:r>
          </a:p>
          <a:p>
            <a:endParaRPr lang="en-SG" sz="1500"/>
          </a:p>
        </p:txBody>
      </p:sp>
    </p:spTree>
    <p:extLst>
      <p:ext uri="{BB962C8B-B14F-4D97-AF65-F5344CB8AC3E}">
        <p14:creationId xmlns:p14="http://schemas.microsoft.com/office/powerpoint/2010/main" val="1277045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B5BCC6-A408-8850-6DB8-DB11DB404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9" name="Rectangle 68">
            <a:extLst>
              <a:ext uri="{FF2B5EF4-FFF2-40B4-BE49-F238E27FC236}">
                <a16:creationId xmlns:a16="http://schemas.microsoft.com/office/drawing/2014/main" id="{7CBD15B8-0BC9-4CCF-A526-A1E45F6F7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0464369-70FA-42AF-948F-80664CA7B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146816"/>
          </a:xfrm>
          <a:prstGeom prst="rect">
            <a:avLst/>
          </a:prstGeom>
          <a:solidFill>
            <a:schemeClr val="bg1">
              <a:lumMod val="85000"/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A5BB66-CCA0-6E10-87BF-BFED9738B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4783" y="349664"/>
            <a:ext cx="5845571" cy="1638377"/>
          </a:xfrm>
        </p:spPr>
        <p:txBody>
          <a:bodyPr anchor="b">
            <a:normAutofit/>
          </a:bodyPr>
          <a:lstStyle/>
          <a:p>
            <a:r>
              <a:rPr lang="en-US" sz="4800"/>
              <a:t>Admin Login</a:t>
            </a:r>
            <a:endParaRPr lang="en-SG" sz="480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CC552A98-EF7D-4D42-AB69-066B786AB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9185" y="424614"/>
            <a:ext cx="4647368" cy="277908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Graphic 21" descr="Lock">
            <a:extLst>
              <a:ext uri="{FF2B5EF4-FFF2-40B4-BE49-F238E27FC236}">
                <a16:creationId xmlns:a16="http://schemas.microsoft.com/office/drawing/2014/main" id="{5845894B-3EEA-9D90-7976-7F1F53E3D5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59415" y="621278"/>
            <a:ext cx="2385753" cy="2385753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A648176E-454C-437C-B0FC-9B82FCF32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06441" y="6131892"/>
            <a:ext cx="524256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6604B49-AD5C-4590-B051-06C8222E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998176" y="277912"/>
            <a:ext cx="524256" cy="1186339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D6F001B-9B1B-4EC4-9A93-3773EBC951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8608" y="3428999"/>
            <a:ext cx="4647368" cy="277908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192E52-E939-0ED6-64B8-89AF85F73D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613"/>
          <a:stretch>
            <a:fillRect/>
          </a:stretch>
        </p:blipFill>
        <p:spPr>
          <a:xfrm>
            <a:off x="534534" y="4266925"/>
            <a:ext cx="4235516" cy="1103228"/>
          </a:xfrm>
          <a:prstGeom prst="rect">
            <a:avLst/>
          </a:prstGeom>
        </p:spPr>
      </p:pic>
      <p:graphicFrame>
        <p:nvGraphicFramePr>
          <p:cNvPr id="64" name="Content Placeholder 2">
            <a:extLst>
              <a:ext uri="{FF2B5EF4-FFF2-40B4-BE49-F238E27FC236}">
                <a16:creationId xmlns:a16="http://schemas.microsoft.com/office/drawing/2014/main" id="{AE9750E4-E121-3AA1-7B06-E2DC787892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44106823"/>
              </p:ext>
            </p:extLst>
          </p:nvPr>
        </p:nvGraphicFramePr>
        <p:xfrm>
          <a:off x="5766262" y="2620641"/>
          <a:ext cx="5837750" cy="30237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724344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3CE9A7-9824-1AF5-CB0B-4666F5F64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User and Admin Access Overview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9D547F1-FE81-5896-AAF0-44E97C2271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5655283"/>
              </p:ext>
            </p:extLst>
          </p:nvPr>
        </p:nvGraphicFramePr>
        <p:xfrm>
          <a:off x="792056" y="2331569"/>
          <a:ext cx="10607887" cy="3721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60">
                  <a:extLst>
                    <a:ext uri="{9D8B030D-6E8A-4147-A177-3AD203B41FA5}">
                      <a16:colId xmlns:a16="http://schemas.microsoft.com/office/drawing/2014/main" val="873860518"/>
                    </a:ext>
                  </a:extLst>
                </a:gridCol>
                <a:gridCol w="8680027">
                  <a:extLst>
                    <a:ext uri="{9D8B030D-6E8A-4147-A177-3AD203B41FA5}">
                      <a16:colId xmlns:a16="http://schemas.microsoft.com/office/drawing/2014/main" val="3077670790"/>
                    </a:ext>
                  </a:extLst>
                </a:gridCol>
              </a:tblGrid>
              <a:tr h="12405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G" sz="3300"/>
                        <a:t>Access Type</a:t>
                      </a:r>
                    </a:p>
                  </a:txBody>
                  <a:tcPr marL="167640" marR="167640" marT="83820" marB="83820" anchor="ctr"/>
                </a:tc>
                <a:tc>
                  <a:txBody>
                    <a:bodyPr/>
                    <a:lstStyle/>
                    <a:p>
                      <a:r>
                        <a:rPr lang="en-SG" sz="3300"/>
                        <a:t>What It Can Do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863031970"/>
                  </a:ext>
                </a:extLst>
              </a:tr>
              <a:tr h="1240536">
                <a:tc>
                  <a:txBody>
                    <a:bodyPr/>
                    <a:lstStyle/>
                    <a:p>
                      <a:r>
                        <a:rPr lang="en-US" sz="3300"/>
                        <a:t>User</a:t>
                      </a:r>
                      <a:endParaRPr lang="en-SG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View dashboard pages and monitoring information</a:t>
                      </a:r>
                      <a:endParaRPr lang="en-SG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235995808"/>
                  </a:ext>
                </a:extLst>
              </a:tr>
              <a:tr h="1240536">
                <a:tc>
                  <a:txBody>
                    <a:bodyPr/>
                    <a:lstStyle/>
                    <a:p>
                      <a:r>
                        <a:rPr lang="en-US" sz="3300"/>
                        <a:t>Admin</a:t>
                      </a:r>
                      <a:endParaRPr lang="en-SG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Access admin features , simulator controls , and management tools</a:t>
                      </a:r>
                      <a:endParaRPr lang="en-SG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1765329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27899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F89C1F-8EFE-110B-633C-C2862BB63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Summary</a:t>
            </a:r>
            <a:endParaRPr lang="en-SG" sz="4000">
              <a:solidFill>
                <a:srgbClr val="FFFFFF"/>
              </a:solidFill>
            </a:endParaRPr>
          </a:p>
        </p:txBody>
      </p:sp>
      <p:graphicFrame>
        <p:nvGraphicFramePr>
          <p:cNvPr id="7" name="Rectangle 2">
            <a:extLst>
              <a:ext uri="{FF2B5EF4-FFF2-40B4-BE49-F238E27FC236}">
                <a16:creationId xmlns:a16="http://schemas.microsoft.com/office/drawing/2014/main" id="{7F20F3E9-391E-E78F-C659-B6D6F4B415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976275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271621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287</Words>
  <Application>Microsoft Office PowerPoint</Application>
  <PresentationFormat>Widescreen</PresentationFormat>
  <Paragraphs>64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Engineering Dashboard User Guide</vt:lpstr>
      <vt:lpstr>Package Contents</vt:lpstr>
      <vt:lpstr>Before You Start</vt:lpstr>
      <vt:lpstr>Load the Docker Images</vt:lpstr>
      <vt:lpstr>Start the Dashboard System</vt:lpstr>
      <vt:lpstr>Main System Access Links</vt:lpstr>
      <vt:lpstr>User Login</vt:lpstr>
      <vt:lpstr>Admin Login</vt:lpstr>
      <vt:lpstr>User and Admin Access Overview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Mok Zhi Zhuan</dc:creator>
  <cp:lastModifiedBy>Mok Zhi Zhuan</cp:lastModifiedBy>
  <cp:revision>3</cp:revision>
  <dcterms:created xsi:type="dcterms:W3CDTF">2026-04-01T02:15:19Z</dcterms:created>
  <dcterms:modified xsi:type="dcterms:W3CDTF">2026-04-01T05:51:11Z</dcterms:modified>
</cp:coreProperties>
</file>